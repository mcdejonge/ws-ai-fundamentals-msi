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0"/>
  </p:notesMasterIdLst>
  <p:handoutMasterIdLst>
    <p:handoutMasterId r:id="rId21"/>
  </p:handoutMasterIdLst>
  <p:sldIdLst>
    <p:sldId id="257" r:id="rId5"/>
    <p:sldId id="280" r:id="rId6"/>
    <p:sldId id="281" r:id="rId7"/>
    <p:sldId id="283" r:id="rId8"/>
    <p:sldId id="282" r:id="rId9"/>
    <p:sldId id="284" r:id="rId10"/>
    <p:sldId id="285" r:id="rId11"/>
    <p:sldId id="286" r:id="rId12"/>
    <p:sldId id="287" r:id="rId13"/>
    <p:sldId id="288" r:id="rId14"/>
    <p:sldId id="289" r:id="rId15"/>
    <p:sldId id="292" r:id="rId16"/>
    <p:sldId id="293" r:id="rId17"/>
    <p:sldId id="294" r:id="rId18"/>
    <p:sldId id="295"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03">
          <p15:clr>
            <a:srgbClr val="A4A3A4"/>
          </p15:clr>
        </p15:guide>
        <p15:guide id="2" orient="horz" pos="1503">
          <p15:clr>
            <a:srgbClr val="A4A3A4"/>
          </p15:clr>
        </p15:guide>
        <p15:guide id="3" orient="horz" pos="3863">
          <p15:clr>
            <a:srgbClr val="A4A3A4"/>
          </p15:clr>
        </p15:guide>
        <p15:guide id="4" orient="horz" pos="1009">
          <p15:clr>
            <a:srgbClr val="A4A3A4"/>
          </p15:clr>
        </p15:guide>
        <p15:guide id="5" pos="5599">
          <p15:clr>
            <a:srgbClr val="A4A3A4"/>
          </p15:clr>
        </p15:guide>
        <p15:guide id="6" pos="1818">
          <p15:clr>
            <a:srgbClr val="A4A3A4"/>
          </p15:clr>
        </p15:guide>
        <p15:guide id="7" pos="153">
          <p15:clr>
            <a:srgbClr val="A4A3A4"/>
          </p15:clr>
        </p15:guide>
        <p15:guide id="8" pos="167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88657"/>
    <a:srgbClr val="A9976A"/>
    <a:srgbClr val="837752"/>
    <a:srgbClr val="AC9660"/>
    <a:srgbClr val="FFE411"/>
    <a:srgbClr val="FFFFFF"/>
    <a:srgbClr val="FED913"/>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7F55BD-6EB7-894F-B3A3-3FEBB26CF228}" v="633" dt="2025-03-24T11:20:09.519"/>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ijl, gemiddeld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705" autoAdjust="0"/>
    <p:restoredTop sz="94598" autoAdjust="0"/>
  </p:normalViewPr>
  <p:slideViewPr>
    <p:cSldViewPr snapToGrid="0" snapToObjects="1">
      <p:cViewPr varScale="1">
        <p:scale>
          <a:sx n="119" d="100"/>
          <a:sy n="119" d="100"/>
        </p:scale>
        <p:origin x="1336" y="176"/>
      </p:cViewPr>
      <p:guideLst>
        <p:guide orient="horz" pos="4003"/>
        <p:guide orient="horz" pos="1503"/>
        <p:guide orient="horz" pos="3863"/>
        <p:guide orient="horz" pos="1009"/>
        <p:guide pos="5599"/>
        <p:guide pos="1818"/>
        <p:guide pos="153"/>
        <p:guide pos="1671"/>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js de Jonge" userId="73af7dab-4ccc-475f-8084-997d3e7a26a4" providerId="ADAL" clId="{797F55BD-6EB7-894F-B3A3-3FEBB26CF228}"/>
    <pc:docChg chg="undo custSel addSld delSld modSld sldOrd">
      <pc:chgData name="Matthijs de Jonge" userId="73af7dab-4ccc-475f-8084-997d3e7a26a4" providerId="ADAL" clId="{797F55BD-6EB7-894F-B3A3-3FEBB26CF228}" dt="2025-03-24T11:22:13.975" v="4363" actId="20577"/>
      <pc:docMkLst>
        <pc:docMk/>
      </pc:docMkLst>
      <pc:sldChg chg="modSp mod">
        <pc:chgData name="Matthijs de Jonge" userId="73af7dab-4ccc-475f-8084-997d3e7a26a4" providerId="ADAL" clId="{797F55BD-6EB7-894F-B3A3-3FEBB26CF228}" dt="2025-03-24T09:36:26.974" v="25" actId="20577"/>
        <pc:sldMkLst>
          <pc:docMk/>
          <pc:sldMk cId="2148713317" sldId="257"/>
        </pc:sldMkLst>
        <pc:spChg chg="mod">
          <ac:chgData name="Matthijs de Jonge" userId="73af7dab-4ccc-475f-8084-997d3e7a26a4" providerId="ADAL" clId="{797F55BD-6EB7-894F-B3A3-3FEBB26CF228}" dt="2025-03-24T09:36:26.974" v="25" actId="20577"/>
          <ac:spMkLst>
            <pc:docMk/>
            <pc:sldMk cId="2148713317" sldId="257"/>
            <ac:spMk id="2" creationId="{00000000-0000-0000-0000-000000000000}"/>
          </ac:spMkLst>
        </pc:spChg>
      </pc:sldChg>
      <pc:sldChg chg="modSp mod">
        <pc:chgData name="Matthijs de Jonge" userId="73af7dab-4ccc-475f-8084-997d3e7a26a4" providerId="ADAL" clId="{797F55BD-6EB7-894F-B3A3-3FEBB26CF228}" dt="2025-03-24T10:51:30.341" v="2262" actId="5793"/>
        <pc:sldMkLst>
          <pc:docMk/>
          <pc:sldMk cId="2040168929" sldId="280"/>
        </pc:sldMkLst>
        <pc:spChg chg="mod">
          <ac:chgData name="Matthijs de Jonge" userId="73af7dab-4ccc-475f-8084-997d3e7a26a4" providerId="ADAL" clId="{797F55BD-6EB7-894F-B3A3-3FEBB26CF228}" dt="2025-03-24T10:50:40.014" v="2090" actId="20577"/>
          <ac:spMkLst>
            <pc:docMk/>
            <pc:sldMk cId="2040168929" sldId="280"/>
            <ac:spMk id="4" creationId="{00000000-0000-0000-0000-000000000000}"/>
          </ac:spMkLst>
        </pc:spChg>
        <pc:spChg chg="mod">
          <ac:chgData name="Matthijs de Jonge" userId="73af7dab-4ccc-475f-8084-997d3e7a26a4" providerId="ADAL" clId="{797F55BD-6EB7-894F-B3A3-3FEBB26CF228}" dt="2025-03-24T10:51:30.341" v="2262" actId="5793"/>
          <ac:spMkLst>
            <pc:docMk/>
            <pc:sldMk cId="2040168929" sldId="280"/>
            <ac:spMk id="5" creationId="{00000000-0000-0000-0000-000000000000}"/>
          </ac:spMkLst>
        </pc:spChg>
      </pc:sldChg>
      <pc:sldChg chg="addSp modSp new mod">
        <pc:chgData name="Matthijs de Jonge" userId="73af7dab-4ccc-475f-8084-997d3e7a26a4" providerId="ADAL" clId="{797F55BD-6EB7-894F-B3A3-3FEBB26CF228}" dt="2025-03-24T09:48:53.276" v="628" actId="20577"/>
        <pc:sldMkLst>
          <pc:docMk/>
          <pc:sldMk cId="3185773520" sldId="281"/>
        </pc:sldMkLst>
        <pc:spChg chg="mod">
          <ac:chgData name="Matthijs de Jonge" userId="73af7dab-4ccc-475f-8084-997d3e7a26a4" providerId="ADAL" clId="{797F55BD-6EB7-894F-B3A3-3FEBB26CF228}" dt="2025-03-24T09:48:53.276" v="628" actId="20577"/>
          <ac:spMkLst>
            <pc:docMk/>
            <pc:sldMk cId="3185773520" sldId="281"/>
            <ac:spMk id="2" creationId="{B2BA8C41-095B-FC84-1A04-BC17E014A515}"/>
          </ac:spMkLst>
        </pc:spChg>
        <pc:spChg chg="mod">
          <ac:chgData name="Matthijs de Jonge" userId="73af7dab-4ccc-475f-8084-997d3e7a26a4" providerId="ADAL" clId="{797F55BD-6EB7-894F-B3A3-3FEBB26CF228}" dt="2025-03-24T09:36:57.327" v="43" actId="20577"/>
          <ac:spMkLst>
            <pc:docMk/>
            <pc:sldMk cId="3185773520" sldId="281"/>
            <ac:spMk id="3" creationId="{60A4E6FB-41C8-62C9-8B21-FBE5BC48C42B}"/>
          </ac:spMkLst>
        </pc:spChg>
        <pc:picChg chg="add mod">
          <ac:chgData name="Matthijs de Jonge" userId="73af7dab-4ccc-475f-8084-997d3e7a26a4" providerId="ADAL" clId="{797F55BD-6EB7-894F-B3A3-3FEBB26CF228}" dt="2025-03-24T09:44:56.948" v="354" actId="167"/>
          <ac:picMkLst>
            <pc:docMk/>
            <pc:sldMk cId="3185773520" sldId="281"/>
            <ac:picMk id="4" creationId="{7F07135A-307E-5377-F777-0E0234DE6455}"/>
          </ac:picMkLst>
        </pc:picChg>
      </pc:sldChg>
      <pc:sldChg chg="addSp delSp modSp new mod">
        <pc:chgData name="Matthijs de Jonge" userId="73af7dab-4ccc-475f-8084-997d3e7a26a4" providerId="ADAL" clId="{797F55BD-6EB7-894F-B3A3-3FEBB26CF228}" dt="2025-03-24T09:57:41.151" v="803" actId="692"/>
        <pc:sldMkLst>
          <pc:docMk/>
          <pc:sldMk cId="3523477089" sldId="282"/>
        </pc:sldMkLst>
        <pc:spChg chg="mod">
          <ac:chgData name="Matthijs de Jonge" userId="73af7dab-4ccc-475f-8084-997d3e7a26a4" providerId="ADAL" clId="{797F55BD-6EB7-894F-B3A3-3FEBB26CF228}" dt="2025-03-24T09:46:50.111" v="557" actId="20577"/>
          <ac:spMkLst>
            <pc:docMk/>
            <pc:sldMk cId="3523477089" sldId="282"/>
            <ac:spMk id="2" creationId="{1DFCB53A-CA72-03BD-7243-79E793523AD3}"/>
          </ac:spMkLst>
        </pc:spChg>
        <pc:spChg chg="mod">
          <ac:chgData name="Matthijs de Jonge" userId="73af7dab-4ccc-475f-8084-997d3e7a26a4" providerId="ADAL" clId="{797F55BD-6EB7-894F-B3A3-3FEBB26CF228}" dt="2025-03-24T09:45:34.949" v="395" actId="20577"/>
          <ac:spMkLst>
            <pc:docMk/>
            <pc:sldMk cId="3523477089" sldId="282"/>
            <ac:spMk id="3" creationId="{10032F26-2408-81A2-1661-246C663EDADE}"/>
          </ac:spMkLst>
        </pc:spChg>
        <pc:spChg chg="add del mod">
          <ac:chgData name="Matthijs de Jonge" userId="73af7dab-4ccc-475f-8084-997d3e7a26a4" providerId="ADAL" clId="{797F55BD-6EB7-894F-B3A3-3FEBB26CF228}" dt="2025-03-24T09:49:56.510" v="658" actId="478"/>
          <ac:spMkLst>
            <pc:docMk/>
            <pc:sldMk cId="3523477089" sldId="282"/>
            <ac:spMk id="4" creationId="{CDAFFAA6-4E5D-0CBB-317B-38810F4A1081}"/>
          </ac:spMkLst>
        </pc:spChg>
        <pc:spChg chg="add del mod">
          <ac:chgData name="Matthijs de Jonge" userId="73af7dab-4ccc-475f-8084-997d3e7a26a4" providerId="ADAL" clId="{797F55BD-6EB7-894F-B3A3-3FEBB26CF228}" dt="2025-03-24T09:49:58.270" v="659" actId="478"/>
          <ac:spMkLst>
            <pc:docMk/>
            <pc:sldMk cId="3523477089" sldId="282"/>
            <ac:spMk id="5" creationId="{93654DAE-96DE-CAD5-4E8D-F52D380A4226}"/>
          </ac:spMkLst>
        </pc:spChg>
        <pc:spChg chg="add mod">
          <ac:chgData name="Matthijs de Jonge" userId="73af7dab-4ccc-475f-8084-997d3e7a26a4" providerId="ADAL" clId="{797F55BD-6EB7-894F-B3A3-3FEBB26CF228}" dt="2025-03-24T09:52:57.912" v="737" actId="1076"/>
          <ac:spMkLst>
            <pc:docMk/>
            <pc:sldMk cId="3523477089" sldId="282"/>
            <ac:spMk id="6" creationId="{950D0080-344F-C53F-9A1A-3A065F654AA5}"/>
          </ac:spMkLst>
        </pc:spChg>
        <pc:spChg chg="add mod">
          <ac:chgData name="Matthijs de Jonge" userId="73af7dab-4ccc-475f-8084-997d3e7a26a4" providerId="ADAL" clId="{797F55BD-6EB7-894F-B3A3-3FEBB26CF228}" dt="2025-03-24T09:52:57.912" v="737" actId="1076"/>
          <ac:spMkLst>
            <pc:docMk/>
            <pc:sldMk cId="3523477089" sldId="282"/>
            <ac:spMk id="7" creationId="{733CFBF1-67BA-631E-A227-B27248A5E1CC}"/>
          </ac:spMkLst>
        </pc:spChg>
        <pc:spChg chg="add mod">
          <ac:chgData name="Matthijs de Jonge" userId="73af7dab-4ccc-475f-8084-997d3e7a26a4" providerId="ADAL" clId="{797F55BD-6EB7-894F-B3A3-3FEBB26CF228}" dt="2025-03-24T09:52:57.912" v="737" actId="1076"/>
          <ac:spMkLst>
            <pc:docMk/>
            <pc:sldMk cId="3523477089" sldId="282"/>
            <ac:spMk id="10" creationId="{1CD2BD15-1AED-03E1-2A5B-D98FD194C346}"/>
          </ac:spMkLst>
        </pc:spChg>
        <pc:spChg chg="add mod">
          <ac:chgData name="Matthijs de Jonge" userId="73af7dab-4ccc-475f-8084-997d3e7a26a4" providerId="ADAL" clId="{797F55BD-6EB7-894F-B3A3-3FEBB26CF228}" dt="2025-03-24T09:56:52.766" v="791" actId="167"/>
          <ac:spMkLst>
            <pc:docMk/>
            <pc:sldMk cId="3523477089" sldId="282"/>
            <ac:spMk id="24" creationId="{F5BFEE84-3859-2F3E-96BF-6809CF10259E}"/>
          </ac:spMkLst>
        </pc:spChg>
        <pc:cxnChg chg="add mod">
          <ac:chgData name="Matthijs de Jonge" userId="73af7dab-4ccc-475f-8084-997d3e7a26a4" providerId="ADAL" clId="{797F55BD-6EB7-894F-B3A3-3FEBB26CF228}" dt="2025-03-24T09:52:57.912" v="737" actId="1076"/>
          <ac:cxnSpMkLst>
            <pc:docMk/>
            <pc:sldMk cId="3523477089" sldId="282"/>
            <ac:cxnSpMk id="9" creationId="{F4EDACE7-BA11-391D-DD41-86705E161A3A}"/>
          </ac:cxnSpMkLst>
        </pc:cxnChg>
        <pc:cxnChg chg="add mod">
          <ac:chgData name="Matthijs de Jonge" userId="73af7dab-4ccc-475f-8084-997d3e7a26a4" providerId="ADAL" clId="{797F55BD-6EB7-894F-B3A3-3FEBB26CF228}" dt="2025-03-24T09:52:57.912" v="737" actId="1076"/>
          <ac:cxnSpMkLst>
            <pc:docMk/>
            <pc:sldMk cId="3523477089" sldId="282"/>
            <ac:cxnSpMk id="11" creationId="{F21AD961-2BB2-6EF2-7D84-E5FF169E68AC}"/>
          </ac:cxnSpMkLst>
        </pc:cxnChg>
        <pc:cxnChg chg="add mod">
          <ac:chgData name="Matthijs de Jonge" userId="73af7dab-4ccc-475f-8084-997d3e7a26a4" providerId="ADAL" clId="{797F55BD-6EB7-894F-B3A3-3FEBB26CF228}" dt="2025-03-24T09:52:57.912" v="737" actId="1076"/>
          <ac:cxnSpMkLst>
            <pc:docMk/>
            <pc:sldMk cId="3523477089" sldId="282"/>
            <ac:cxnSpMk id="20" creationId="{711D34D7-3C2C-FF2D-C85F-FDE26DDAC2AF}"/>
          </ac:cxnSpMkLst>
        </pc:cxnChg>
        <pc:cxnChg chg="add mod">
          <ac:chgData name="Matthijs de Jonge" userId="73af7dab-4ccc-475f-8084-997d3e7a26a4" providerId="ADAL" clId="{797F55BD-6EB7-894F-B3A3-3FEBB26CF228}" dt="2025-03-24T09:57:41.151" v="803" actId="692"/>
          <ac:cxnSpMkLst>
            <pc:docMk/>
            <pc:sldMk cId="3523477089" sldId="282"/>
            <ac:cxnSpMk id="26" creationId="{E29AD5E2-D4D6-E203-2430-A786D0D41012}"/>
          </ac:cxnSpMkLst>
        </pc:cxnChg>
      </pc:sldChg>
      <pc:sldChg chg="addSp modSp new mod">
        <pc:chgData name="Matthijs de Jonge" userId="73af7dab-4ccc-475f-8084-997d3e7a26a4" providerId="ADAL" clId="{797F55BD-6EB7-894F-B3A3-3FEBB26CF228}" dt="2025-03-24T09:56:15.657" v="788" actId="20577"/>
        <pc:sldMkLst>
          <pc:docMk/>
          <pc:sldMk cId="2978729229" sldId="283"/>
        </pc:sldMkLst>
        <pc:spChg chg="mod">
          <ac:chgData name="Matthijs de Jonge" userId="73af7dab-4ccc-475f-8084-997d3e7a26a4" providerId="ADAL" clId="{797F55BD-6EB7-894F-B3A3-3FEBB26CF228}" dt="2025-03-24T09:54:17.841" v="760" actId="255"/>
          <ac:spMkLst>
            <pc:docMk/>
            <pc:sldMk cId="2978729229" sldId="283"/>
            <ac:spMk id="2" creationId="{3BC5C017-7985-6DD7-B550-392B162E5E91}"/>
          </ac:spMkLst>
        </pc:spChg>
        <pc:spChg chg="mod">
          <ac:chgData name="Matthijs de Jonge" userId="73af7dab-4ccc-475f-8084-997d3e7a26a4" providerId="ADAL" clId="{797F55BD-6EB7-894F-B3A3-3FEBB26CF228}" dt="2025-03-24T09:56:15.657" v="788" actId="20577"/>
          <ac:spMkLst>
            <pc:docMk/>
            <pc:sldMk cId="2978729229" sldId="283"/>
            <ac:spMk id="3" creationId="{C4E29238-331B-DD4B-718A-30453B86254B}"/>
          </ac:spMkLst>
        </pc:spChg>
        <pc:graphicFrameChg chg="add mod modGraphic">
          <ac:chgData name="Matthijs de Jonge" userId="73af7dab-4ccc-475f-8084-997d3e7a26a4" providerId="ADAL" clId="{797F55BD-6EB7-894F-B3A3-3FEBB26CF228}" dt="2025-03-24T09:55:57.179" v="780" actId="12385"/>
          <ac:graphicFrameMkLst>
            <pc:docMk/>
            <pc:sldMk cId="2978729229" sldId="283"/>
            <ac:graphicFrameMk id="4" creationId="{5BF29D9E-35D5-3EA0-1DBF-267A1BE24007}"/>
          </ac:graphicFrameMkLst>
        </pc:graphicFrameChg>
      </pc:sldChg>
      <pc:sldChg chg="addSp delSp modSp new mod">
        <pc:chgData name="Matthijs de Jonge" userId="73af7dab-4ccc-475f-8084-997d3e7a26a4" providerId="ADAL" clId="{797F55BD-6EB7-894F-B3A3-3FEBB26CF228}" dt="2025-03-24T10:02:23.625" v="1003" actId="1076"/>
        <pc:sldMkLst>
          <pc:docMk/>
          <pc:sldMk cId="445283378" sldId="284"/>
        </pc:sldMkLst>
        <pc:spChg chg="mod">
          <ac:chgData name="Matthijs de Jonge" userId="73af7dab-4ccc-475f-8084-997d3e7a26a4" providerId="ADAL" clId="{797F55BD-6EB7-894F-B3A3-3FEBB26CF228}" dt="2025-03-24T10:02:16.952" v="1002" actId="20577"/>
          <ac:spMkLst>
            <pc:docMk/>
            <pc:sldMk cId="445283378" sldId="284"/>
            <ac:spMk id="2" creationId="{1E109F40-1CD9-ACA5-ACDD-FE9F7EC6F95C}"/>
          </ac:spMkLst>
        </pc:spChg>
        <pc:spChg chg="mod">
          <ac:chgData name="Matthijs de Jonge" userId="73af7dab-4ccc-475f-8084-997d3e7a26a4" providerId="ADAL" clId="{797F55BD-6EB7-894F-B3A3-3FEBB26CF228}" dt="2025-03-24T09:57:54.722" v="816" actId="20577"/>
          <ac:spMkLst>
            <pc:docMk/>
            <pc:sldMk cId="445283378" sldId="284"/>
            <ac:spMk id="3" creationId="{AB29CE95-14EB-7A32-D231-A2FF97A9BA28}"/>
          </ac:spMkLst>
        </pc:spChg>
        <pc:graphicFrameChg chg="add mod modGraphic">
          <ac:chgData name="Matthijs de Jonge" userId="73af7dab-4ccc-475f-8084-997d3e7a26a4" providerId="ADAL" clId="{797F55BD-6EB7-894F-B3A3-3FEBB26CF228}" dt="2025-03-24T10:02:23.625" v="1003" actId="1076"/>
          <ac:graphicFrameMkLst>
            <pc:docMk/>
            <pc:sldMk cId="445283378" sldId="284"/>
            <ac:graphicFrameMk id="4" creationId="{2F261DC7-C681-13C3-6160-801EBECBCC4A}"/>
          </ac:graphicFrameMkLst>
        </pc:graphicFrameChg>
        <pc:cxnChg chg="add del mod">
          <ac:chgData name="Matthijs de Jonge" userId="73af7dab-4ccc-475f-8084-997d3e7a26a4" providerId="ADAL" clId="{797F55BD-6EB7-894F-B3A3-3FEBB26CF228}" dt="2025-03-24T09:59:55.326" v="869" actId="478"/>
          <ac:cxnSpMkLst>
            <pc:docMk/>
            <pc:sldMk cId="445283378" sldId="284"/>
            <ac:cxnSpMk id="5" creationId="{921FE900-C03E-31EA-E21A-D81C8F41C566}"/>
          </ac:cxnSpMkLst>
        </pc:cxnChg>
      </pc:sldChg>
      <pc:sldChg chg="addSp delSp modSp new mod">
        <pc:chgData name="Matthijs de Jonge" userId="73af7dab-4ccc-475f-8084-997d3e7a26a4" providerId="ADAL" clId="{797F55BD-6EB7-894F-B3A3-3FEBB26CF228}" dt="2025-03-24T10:11:40.772" v="1108" actId="27918"/>
        <pc:sldMkLst>
          <pc:docMk/>
          <pc:sldMk cId="2792463386" sldId="285"/>
        </pc:sldMkLst>
        <pc:spChg chg="mod">
          <ac:chgData name="Matthijs de Jonge" userId="73af7dab-4ccc-475f-8084-997d3e7a26a4" providerId="ADAL" clId="{797F55BD-6EB7-894F-B3A3-3FEBB26CF228}" dt="2025-03-24T10:03:06.069" v="1066" actId="20577"/>
          <ac:spMkLst>
            <pc:docMk/>
            <pc:sldMk cId="2792463386" sldId="285"/>
            <ac:spMk id="3" creationId="{825D0464-5015-750F-D31F-E0049B6D47EC}"/>
          </ac:spMkLst>
        </pc:spChg>
        <pc:graphicFrameChg chg="add del mod">
          <ac:chgData name="Matthijs de Jonge" userId="73af7dab-4ccc-475f-8084-997d3e7a26a4" providerId="ADAL" clId="{797F55BD-6EB7-894F-B3A3-3FEBB26CF228}" dt="2025-03-24T10:07:03.051" v="1100" actId="478"/>
          <ac:graphicFrameMkLst>
            <pc:docMk/>
            <pc:sldMk cId="2792463386" sldId="285"/>
            <ac:graphicFrameMk id="4" creationId="{C7B6C20C-A615-539D-D8F4-7A1E28118505}"/>
          </ac:graphicFrameMkLst>
        </pc:graphicFrameChg>
        <pc:graphicFrameChg chg="add mod">
          <ac:chgData name="Matthijs de Jonge" userId="73af7dab-4ccc-475f-8084-997d3e7a26a4" providerId="ADAL" clId="{797F55BD-6EB7-894F-B3A3-3FEBB26CF228}" dt="2025-03-24T10:11:39.274" v="1105"/>
          <ac:graphicFrameMkLst>
            <pc:docMk/>
            <pc:sldMk cId="2792463386" sldId="285"/>
            <ac:graphicFrameMk id="5" creationId="{289D77A0-FB08-4569-B234-762B5737A086}"/>
          </ac:graphicFrameMkLst>
        </pc:graphicFrameChg>
      </pc:sldChg>
      <pc:sldChg chg="addSp modSp new mod">
        <pc:chgData name="Matthijs de Jonge" userId="73af7dab-4ccc-475f-8084-997d3e7a26a4" providerId="ADAL" clId="{797F55BD-6EB7-894F-B3A3-3FEBB26CF228}" dt="2025-03-24T11:07:41.796" v="3207" actId="1076"/>
        <pc:sldMkLst>
          <pc:docMk/>
          <pc:sldMk cId="4012625631" sldId="286"/>
        </pc:sldMkLst>
        <pc:spChg chg="mod">
          <ac:chgData name="Matthijs de Jonge" userId="73af7dab-4ccc-475f-8084-997d3e7a26a4" providerId="ADAL" clId="{797F55BD-6EB7-894F-B3A3-3FEBB26CF228}" dt="2025-03-24T10:34:35.278" v="1296" actId="20577"/>
          <ac:spMkLst>
            <pc:docMk/>
            <pc:sldMk cId="4012625631" sldId="286"/>
            <ac:spMk id="2" creationId="{5D2B7326-4A62-4874-4F2A-C032B5F24772}"/>
          </ac:spMkLst>
        </pc:spChg>
        <pc:spChg chg="mod">
          <ac:chgData name="Matthijs de Jonge" userId="73af7dab-4ccc-475f-8084-997d3e7a26a4" providerId="ADAL" clId="{797F55BD-6EB7-894F-B3A3-3FEBB26CF228}" dt="2025-03-24T10:33:25.558" v="1146" actId="20577"/>
          <ac:spMkLst>
            <pc:docMk/>
            <pc:sldMk cId="4012625631" sldId="286"/>
            <ac:spMk id="3" creationId="{0457C052-290C-3D1C-9E5F-389929DAE1EB}"/>
          </ac:spMkLst>
        </pc:spChg>
        <pc:spChg chg="add mod">
          <ac:chgData name="Matthijs de Jonge" userId="73af7dab-4ccc-475f-8084-997d3e7a26a4" providerId="ADAL" clId="{797F55BD-6EB7-894F-B3A3-3FEBB26CF228}" dt="2025-03-24T10:36:24.085" v="1319" actId="14100"/>
          <ac:spMkLst>
            <pc:docMk/>
            <pc:sldMk cId="4012625631" sldId="286"/>
            <ac:spMk id="4" creationId="{B1819441-E967-6A4C-AC2A-5180479CFAFB}"/>
          </ac:spMkLst>
        </pc:spChg>
        <pc:spChg chg="add mod">
          <ac:chgData name="Matthijs de Jonge" userId="73af7dab-4ccc-475f-8084-997d3e7a26a4" providerId="ADAL" clId="{797F55BD-6EB7-894F-B3A3-3FEBB26CF228}" dt="2025-03-24T10:36:28.018" v="1320" actId="1076"/>
          <ac:spMkLst>
            <pc:docMk/>
            <pc:sldMk cId="4012625631" sldId="286"/>
            <ac:spMk id="5" creationId="{B352B706-D57D-8FA6-0270-EFEC442ED52C}"/>
          </ac:spMkLst>
        </pc:spChg>
        <pc:spChg chg="add mod">
          <ac:chgData name="Matthijs de Jonge" userId="73af7dab-4ccc-475f-8084-997d3e7a26a4" providerId="ADAL" clId="{797F55BD-6EB7-894F-B3A3-3FEBB26CF228}" dt="2025-03-24T11:07:41.796" v="3207" actId="1076"/>
          <ac:spMkLst>
            <pc:docMk/>
            <pc:sldMk cId="4012625631" sldId="286"/>
            <ac:spMk id="6" creationId="{25138825-50DD-99FC-A3B8-DD7531B020F7}"/>
          </ac:spMkLst>
        </pc:spChg>
        <pc:spChg chg="add mod">
          <ac:chgData name="Matthijs de Jonge" userId="73af7dab-4ccc-475f-8084-997d3e7a26a4" providerId="ADAL" clId="{797F55BD-6EB7-894F-B3A3-3FEBB26CF228}" dt="2025-03-24T10:37:59.498" v="1353" actId="1076"/>
          <ac:spMkLst>
            <pc:docMk/>
            <pc:sldMk cId="4012625631" sldId="286"/>
            <ac:spMk id="7" creationId="{266ECBF0-0B36-0441-49DF-E4248BA59ADA}"/>
          </ac:spMkLst>
        </pc:spChg>
        <pc:spChg chg="add mod">
          <ac:chgData name="Matthijs de Jonge" userId="73af7dab-4ccc-475f-8084-997d3e7a26a4" providerId="ADAL" clId="{797F55BD-6EB7-894F-B3A3-3FEBB26CF228}" dt="2025-03-24T10:36:30.377" v="1321" actId="1076"/>
          <ac:spMkLst>
            <pc:docMk/>
            <pc:sldMk cId="4012625631" sldId="286"/>
            <ac:spMk id="17" creationId="{E5B81743-376C-0EEC-EA05-81E412A269CB}"/>
          </ac:spMkLst>
        </pc:spChg>
        <pc:spChg chg="add mod">
          <ac:chgData name="Matthijs de Jonge" userId="73af7dab-4ccc-475f-8084-997d3e7a26a4" providerId="ADAL" clId="{797F55BD-6EB7-894F-B3A3-3FEBB26CF228}" dt="2025-03-24T11:07:34.939" v="3206" actId="14100"/>
          <ac:spMkLst>
            <pc:docMk/>
            <pc:sldMk cId="4012625631" sldId="286"/>
            <ac:spMk id="18" creationId="{A27BD3DA-04A1-FB88-A7CA-CBD050D9BF51}"/>
          </ac:spMkLst>
        </pc:spChg>
        <pc:cxnChg chg="add mod">
          <ac:chgData name="Matthijs de Jonge" userId="73af7dab-4ccc-475f-8084-997d3e7a26a4" providerId="ADAL" clId="{797F55BD-6EB7-894F-B3A3-3FEBB26CF228}" dt="2025-03-24T10:37:59.498" v="1353" actId="1076"/>
          <ac:cxnSpMkLst>
            <pc:docMk/>
            <pc:sldMk cId="4012625631" sldId="286"/>
            <ac:cxnSpMk id="8" creationId="{26640490-8370-77A0-D71C-2347465DD275}"/>
          </ac:cxnSpMkLst>
        </pc:cxnChg>
        <pc:cxnChg chg="add mod">
          <ac:chgData name="Matthijs de Jonge" userId="73af7dab-4ccc-475f-8084-997d3e7a26a4" providerId="ADAL" clId="{797F55BD-6EB7-894F-B3A3-3FEBB26CF228}" dt="2025-03-24T11:07:41.796" v="3207" actId="1076"/>
          <ac:cxnSpMkLst>
            <pc:docMk/>
            <pc:sldMk cId="4012625631" sldId="286"/>
            <ac:cxnSpMk id="9" creationId="{74109621-2711-82FC-06B2-A519AFCA6FE8}"/>
          </ac:cxnSpMkLst>
        </pc:cxnChg>
        <pc:cxnChg chg="add mod">
          <ac:chgData name="Matthijs de Jonge" userId="73af7dab-4ccc-475f-8084-997d3e7a26a4" providerId="ADAL" clId="{797F55BD-6EB7-894F-B3A3-3FEBB26CF228}" dt="2025-03-24T11:07:41.796" v="3207" actId="1076"/>
          <ac:cxnSpMkLst>
            <pc:docMk/>
            <pc:sldMk cId="4012625631" sldId="286"/>
            <ac:cxnSpMk id="10" creationId="{5CE1D4CC-F4B7-B940-0B06-7ABFF702D168}"/>
          </ac:cxnSpMkLst>
        </pc:cxnChg>
        <pc:cxnChg chg="add mod">
          <ac:chgData name="Matthijs de Jonge" userId="73af7dab-4ccc-475f-8084-997d3e7a26a4" providerId="ADAL" clId="{797F55BD-6EB7-894F-B3A3-3FEBB26CF228}" dt="2025-03-24T11:07:41.796" v="3207" actId="1076"/>
          <ac:cxnSpMkLst>
            <pc:docMk/>
            <pc:sldMk cId="4012625631" sldId="286"/>
            <ac:cxnSpMk id="23" creationId="{0F95D78E-D92B-E5B0-5D47-4414F5AAE0EE}"/>
          </ac:cxnSpMkLst>
        </pc:cxnChg>
        <pc:cxnChg chg="add mod">
          <ac:chgData name="Matthijs de Jonge" userId="73af7dab-4ccc-475f-8084-997d3e7a26a4" providerId="ADAL" clId="{797F55BD-6EB7-894F-B3A3-3FEBB26CF228}" dt="2025-03-24T10:37:59.498" v="1353" actId="1076"/>
          <ac:cxnSpMkLst>
            <pc:docMk/>
            <pc:sldMk cId="4012625631" sldId="286"/>
            <ac:cxnSpMk id="28" creationId="{6B430F3F-0735-84B8-BBBE-CF0D46E67F50}"/>
          </ac:cxnSpMkLst>
        </pc:cxnChg>
        <pc:cxnChg chg="add mod">
          <ac:chgData name="Matthijs de Jonge" userId="73af7dab-4ccc-475f-8084-997d3e7a26a4" providerId="ADAL" clId="{797F55BD-6EB7-894F-B3A3-3FEBB26CF228}" dt="2025-03-24T11:07:34.939" v="3206" actId="14100"/>
          <ac:cxnSpMkLst>
            <pc:docMk/>
            <pc:sldMk cId="4012625631" sldId="286"/>
            <ac:cxnSpMk id="31" creationId="{1652C5B5-9D68-2A39-1B6F-0640ABACF397}"/>
          </ac:cxnSpMkLst>
        </pc:cxnChg>
        <pc:cxnChg chg="add mod">
          <ac:chgData name="Matthijs de Jonge" userId="73af7dab-4ccc-475f-8084-997d3e7a26a4" providerId="ADAL" clId="{797F55BD-6EB7-894F-B3A3-3FEBB26CF228}" dt="2025-03-24T11:07:34.939" v="3206" actId="14100"/>
          <ac:cxnSpMkLst>
            <pc:docMk/>
            <pc:sldMk cId="4012625631" sldId="286"/>
            <ac:cxnSpMk id="34" creationId="{FC182EB7-B37F-C28D-FDA7-880D65C59856}"/>
          </ac:cxnSpMkLst>
        </pc:cxnChg>
        <pc:cxnChg chg="add mod">
          <ac:chgData name="Matthijs de Jonge" userId="73af7dab-4ccc-475f-8084-997d3e7a26a4" providerId="ADAL" clId="{797F55BD-6EB7-894F-B3A3-3FEBB26CF228}" dt="2025-03-24T11:07:41.796" v="3207" actId="1076"/>
          <ac:cxnSpMkLst>
            <pc:docMk/>
            <pc:sldMk cId="4012625631" sldId="286"/>
            <ac:cxnSpMk id="37" creationId="{5AC2041F-91CF-E712-8046-D0A501C01927}"/>
          </ac:cxnSpMkLst>
        </pc:cxnChg>
      </pc:sldChg>
      <pc:sldChg chg="addSp modSp new mod">
        <pc:chgData name="Matthijs de Jonge" userId="73af7dab-4ccc-475f-8084-997d3e7a26a4" providerId="ADAL" clId="{797F55BD-6EB7-894F-B3A3-3FEBB26CF228}" dt="2025-03-24T10:45:08.907" v="1737" actId="20577"/>
        <pc:sldMkLst>
          <pc:docMk/>
          <pc:sldMk cId="1044879660" sldId="287"/>
        </pc:sldMkLst>
        <pc:spChg chg="mod">
          <ac:chgData name="Matthijs de Jonge" userId="73af7dab-4ccc-475f-8084-997d3e7a26a4" providerId="ADAL" clId="{797F55BD-6EB7-894F-B3A3-3FEBB26CF228}" dt="2025-03-24T10:45:08.907" v="1737" actId="20577"/>
          <ac:spMkLst>
            <pc:docMk/>
            <pc:sldMk cId="1044879660" sldId="287"/>
            <ac:spMk id="2" creationId="{65CD7495-E8E8-2662-8D21-02EEEED2F883}"/>
          </ac:spMkLst>
        </pc:spChg>
        <pc:spChg chg="mod">
          <ac:chgData name="Matthijs de Jonge" userId="73af7dab-4ccc-475f-8084-997d3e7a26a4" providerId="ADAL" clId="{797F55BD-6EB7-894F-B3A3-3FEBB26CF228}" dt="2025-03-24T10:38:18.394" v="1387" actId="20577"/>
          <ac:spMkLst>
            <pc:docMk/>
            <pc:sldMk cId="1044879660" sldId="287"/>
            <ac:spMk id="3" creationId="{3CD2600A-8F46-6C04-3C2E-DE72A7AF6DB9}"/>
          </ac:spMkLst>
        </pc:spChg>
        <pc:graphicFrameChg chg="add mod modGraphic">
          <ac:chgData name="Matthijs de Jonge" userId="73af7dab-4ccc-475f-8084-997d3e7a26a4" providerId="ADAL" clId="{797F55BD-6EB7-894F-B3A3-3FEBB26CF228}" dt="2025-03-24T10:45:03.195" v="1736" actId="14100"/>
          <ac:graphicFrameMkLst>
            <pc:docMk/>
            <pc:sldMk cId="1044879660" sldId="287"/>
            <ac:graphicFrameMk id="4" creationId="{228222E2-3CB8-7165-B1ED-1379D532C47D}"/>
          </ac:graphicFrameMkLst>
        </pc:graphicFrameChg>
      </pc:sldChg>
      <pc:sldChg chg="addSp delSp modSp new mod">
        <pc:chgData name="Matthijs de Jonge" userId="73af7dab-4ccc-475f-8084-997d3e7a26a4" providerId="ADAL" clId="{797F55BD-6EB7-894F-B3A3-3FEBB26CF228}" dt="2025-03-24T10:50:21.173" v="2070" actId="20577"/>
        <pc:sldMkLst>
          <pc:docMk/>
          <pc:sldMk cId="2474672804" sldId="288"/>
        </pc:sldMkLst>
        <pc:spChg chg="mod">
          <ac:chgData name="Matthijs de Jonge" userId="73af7dab-4ccc-475f-8084-997d3e7a26a4" providerId="ADAL" clId="{797F55BD-6EB7-894F-B3A3-3FEBB26CF228}" dt="2025-03-24T10:50:21.173" v="2070" actId="20577"/>
          <ac:spMkLst>
            <pc:docMk/>
            <pc:sldMk cId="2474672804" sldId="288"/>
            <ac:spMk id="2" creationId="{6768DA71-B7B9-A13B-A04D-D07E292903B0}"/>
          </ac:spMkLst>
        </pc:spChg>
        <pc:spChg chg="mod">
          <ac:chgData name="Matthijs de Jonge" userId="73af7dab-4ccc-475f-8084-997d3e7a26a4" providerId="ADAL" clId="{797F55BD-6EB7-894F-B3A3-3FEBB26CF228}" dt="2025-03-24T10:47:45.226" v="1770" actId="20577"/>
          <ac:spMkLst>
            <pc:docMk/>
            <pc:sldMk cId="2474672804" sldId="288"/>
            <ac:spMk id="3" creationId="{E61CC5A1-9593-B5F9-D0C6-E2764FF54852}"/>
          </ac:spMkLst>
        </pc:spChg>
        <pc:graphicFrameChg chg="add del mod">
          <ac:chgData name="Matthijs de Jonge" userId="73af7dab-4ccc-475f-8084-997d3e7a26a4" providerId="ADAL" clId="{797F55BD-6EB7-894F-B3A3-3FEBB26CF228}" dt="2025-03-24T10:49:12.937" v="1932" actId="478"/>
          <ac:graphicFrameMkLst>
            <pc:docMk/>
            <pc:sldMk cId="2474672804" sldId="288"/>
            <ac:graphicFrameMk id="4" creationId="{289D77A0-FB08-4569-B234-762B5737A086}"/>
          </ac:graphicFrameMkLst>
        </pc:graphicFrameChg>
        <pc:graphicFrameChg chg="add mod">
          <ac:chgData name="Matthijs de Jonge" userId="73af7dab-4ccc-475f-8084-997d3e7a26a4" providerId="ADAL" clId="{797F55BD-6EB7-894F-B3A3-3FEBB26CF228}" dt="2025-03-24T10:49:22.262" v="1934"/>
          <ac:graphicFrameMkLst>
            <pc:docMk/>
            <pc:sldMk cId="2474672804" sldId="288"/>
            <ac:graphicFrameMk id="5" creationId="{289D77A0-FB08-4569-B234-762B5737A086}"/>
          </ac:graphicFrameMkLst>
        </pc:graphicFrameChg>
      </pc:sldChg>
      <pc:sldChg chg="addSp modSp new mod">
        <pc:chgData name="Matthijs de Jonge" userId="73af7dab-4ccc-475f-8084-997d3e7a26a4" providerId="ADAL" clId="{797F55BD-6EB7-894F-B3A3-3FEBB26CF228}" dt="2025-03-24T11:06:15.423" v="3162" actId="20577"/>
        <pc:sldMkLst>
          <pc:docMk/>
          <pc:sldMk cId="3033344294" sldId="289"/>
        </pc:sldMkLst>
        <pc:spChg chg="mod">
          <ac:chgData name="Matthijs de Jonge" userId="73af7dab-4ccc-475f-8084-997d3e7a26a4" providerId="ADAL" clId="{797F55BD-6EB7-894F-B3A3-3FEBB26CF228}" dt="2025-03-24T11:06:15.423" v="3162" actId="20577"/>
          <ac:spMkLst>
            <pc:docMk/>
            <pc:sldMk cId="3033344294" sldId="289"/>
            <ac:spMk id="2" creationId="{EAC1AEC4-A63A-2584-1E5B-23EC648CCFED}"/>
          </ac:spMkLst>
        </pc:spChg>
        <pc:spChg chg="mod">
          <ac:chgData name="Matthijs de Jonge" userId="73af7dab-4ccc-475f-8084-997d3e7a26a4" providerId="ADAL" clId="{797F55BD-6EB7-894F-B3A3-3FEBB26CF228}" dt="2025-03-24T10:51:53.411" v="2316" actId="20577"/>
          <ac:spMkLst>
            <pc:docMk/>
            <pc:sldMk cId="3033344294" sldId="289"/>
            <ac:spMk id="3" creationId="{9F116887-794A-F11D-07FB-F3CDE683D410}"/>
          </ac:spMkLst>
        </pc:spChg>
        <pc:spChg chg="add mod">
          <ac:chgData name="Matthijs de Jonge" userId="73af7dab-4ccc-475f-8084-997d3e7a26a4" providerId="ADAL" clId="{797F55BD-6EB7-894F-B3A3-3FEBB26CF228}" dt="2025-03-24T10:58:23.399" v="2761" actId="1076"/>
          <ac:spMkLst>
            <pc:docMk/>
            <pc:sldMk cId="3033344294" sldId="289"/>
            <ac:spMk id="7" creationId="{E305FF62-CE60-1513-F406-D05A42142B7F}"/>
          </ac:spMkLst>
        </pc:spChg>
        <pc:spChg chg="add mod">
          <ac:chgData name="Matthijs de Jonge" userId="73af7dab-4ccc-475f-8084-997d3e7a26a4" providerId="ADAL" clId="{797F55BD-6EB7-894F-B3A3-3FEBB26CF228}" dt="2025-03-24T10:58:23.399" v="2761" actId="1076"/>
          <ac:spMkLst>
            <pc:docMk/>
            <pc:sldMk cId="3033344294" sldId="289"/>
            <ac:spMk id="8" creationId="{B79CDD2E-5A4F-6738-3F3A-B8A98030DBC5}"/>
          </ac:spMkLst>
        </pc:spChg>
        <pc:spChg chg="add mod">
          <ac:chgData name="Matthijs de Jonge" userId="73af7dab-4ccc-475f-8084-997d3e7a26a4" providerId="ADAL" clId="{797F55BD-6EB7-894F-B3A3-3FEBB26CF228}" dt="2025-03-24T10:58:23.399" v="2761" actId="1076"/>
          <ac:spMkLst>
            <pc:docMk/>
            <pc:sldMk cId="3033344294" sldId="289"/>
            <ac:spMk id="9" creationId="{54F51980-5C9E-33D0-E0BE-5662D4AE3F3E}"/>
          </ac:spMkLst>
        </pc:spChg>
        <pc:spChg chg="add mod">
          <ac:chgData name="Matthijs de Jonge" userId="73af7dab-4ccc-475f-8084-997d3e7a26a4" providerId="ADAL" clId="{797F55BD-6EB7-894F-B3A3-3FEBB26CF228}" dt="2025-03-24T10:58:23.399" v="2761" actId="1076"/>
          <ac:spMkLst>
            <pc:docMk/>
            <pc:sldMk cId="3033344294" sldId="289"/>
            <ac:spMk id="10" creationId="{7934F6E0-7916-1796-5389-DD22394976BB}"/>
          </ac:spMkLst>
        </pc:spChg>
        <pc:spChg chg="add mod">
          <ac:chgData name="Matthijs de Jonge" userId="73af7dab-4ccc-475f-8084-997d3e7a26a4" providerId="ADAL" clId="{797F55BD-6EB7-894F-B3A3-3FEBB26CF228}" dt="2025-03-24T10:58:23.399" v="2761" actId="1076"/>
          <ac:spMkLst>
            <pc:docMk/>
            <pc:sldMk cId="3033344294" sldId="289"/>
            <ac:spMk id="11" creationId="{84F7DE50-2A93-617F-0B4E-C6D9B10E89ED}"/>
          </ac:spMkLst>
        </pc:spChg>
        <pc:picChg chg="add mod">
          <ac:chgData name="Matthijs de Jonge" userId="73af7dab-4ccc-475f-8084-997d3e7a26a4" providerId="ADAL" clId="{797F55BD-6EB7-894F-B3A3-3FEBB26CF228}" dt="2025-03-24T10:58:23.399" v="2761" actId="1076"/>
          <ac:picMkLst>
            <pc:docMk/>
            <pc:sldMk cId="3033344294" sldId="289"/>
            <ac:picMk id="4" creationId="{A68FFB81-E865-4F7B-AF32-3962B2403DA9}"/>
          </ac:picMkLst>
        </pc:picChg>
        <pc:picChg chg="add mod">
          <ac:chgData name="Matthijs de Jonge" userId="73af7dab-4ccc-475f-8084-997d3e7a26a4" providerId="ADAL" clId="{797F55BD-6EB7-894F-B3A3-3FEBB26CF228}" dt="2025-03-24T10:58:23.399" v="2761" actId="1076"/>
          <ac:picMkLst>
            <pc:docMk/>
            <pc:sldMk cId="3033344294" sldId="289"/>
            <ac:picMk id="5" creationId="{6E62E9F7-37DB-2478-7E0D-CACBAA681009}"/>
          </ac:picMkLst>
        </pc:picChg>
        <pc:picChg chg="add mod">
          <ac:chgData name="Matthijs de Jonge" userId="73af7dab-4ccc-475f-8084-997d3e7a26a4" providerId="ADAL" clId="{797F55BD-6EB7-894F-B3A3-3FEBB26CF228}" dt="2025-03-24T10:58:23.399" v="2761" actId="1076"/>
          <ac:picMkLst>
            <pc:docMk/>
            <pc:sldMk cId="3033344294" sldId="289"/>
            <ac:picMk id="6" creationId="{93A3137D-042E-9F7C-FBB1-AB4D2D813F15}"/>
          </ac:picMkLst>
        </pc:picChg>
      </pc:sldChg>
      <pc:sldChg chg="modSp new del mod">
        <pc:chgData name="Matthijs de Jonge" userId="73af7dab-4ccc-475f-8084-997d3e7a26a4" providerId="ADAL" clId="{797F55BD-6EB7-894F-B3A3-3FEBB26CF228}" dt="2025-03-24T11:00:57.970" v="2861" actId="2696"/>
        <pc:sldMkLst>
          <pc:docMk/>
          <pc:sldMk cId="2486201594" sldId="290"/>
        </pc:sldMkLst>
        <pc:spChg chg="mod">
          <ac:chgData name="Matthijs de Jonge" userId="73af7dab-4ccc-475f-8084-997d3e7a26a4" providerId="ADAL" clId="{797F55BD-6EB7-894F-B3A3-3FEBB26CF228}" dt="2025-03-24T11:00:17.842" v="2856" actId="20577"/>
          <ac:spMkLst>
            <pc:docMk/>
            <pc:sldMk cId="2486201594" sldId="290"/>
            <ac:spMk id="2" creationId="{C8644D01-9649-38A1-D1B4-C19C85E02E05}"/>
          </ac:spMkLst>
        </pc:spChg>
        <pc:spChg chg="mod">
          <ac:chgData name="Matthijs de Jonge" userId="73af7dab-4ccc-475f-8084-997d3e7a26a4" providerId="ADAL" clId="{797F55BD-6EB7-894F-B3A3-3FEBB26CF228}" dt="2025-03-24T10:59:16.953" v="2836" actId="20577"/>
          <ac:spMkLst>
            <pc:docMk/>
            <pc:sldMk cId="2486201594" sldId="290"/>
            <ac:spMk id="3" creationId="{02CC1DD8-940F-8E75-5D0D-CCF3BB4D9271}"/>
          </ac:spMkLst>
        </pc:spChg>
      </pc:sldChg>
      <pc:sldChg chg="modSp new del mod">
        <pc:chgData name="Matthijs de Jonge" userId="73af7dab-4ccc-475f-8084-997d3e7a26a4" providerId="ADAL" clId="{797F55BD-6EB7-894F-B3A3-3FEBB26CF228}" dt="2025-03-24T11:01:54.322" v="2936" actId="2696"/>
        <pc:sldMkLst>
          <pc:docMk/>
          <pc:sldMk cId="3533646732" sldId="291"/>
        </pc:sldMkLst>
        <pc:spChg chg="mod">
          <ac:chgData name="Matthijs de Jonge" userId="73af7dab-4ccc-475f-8084-997d3e7a26a4" providerId="ADAL" clId="{797F55BD-6EB7-894F-B3A3-3FEBB26CF228}" dt="2025-03-24T11:00:46.392" v="2860"/>
          <ac:spMkLst>
            <pc:docMk/>
            <pc:sldMk cId="3533646732" sldId="291"/>
            <ac:spMk id="2" creationId="{6925FA9B-E348-605D-64C4-074F934E05EF}"/>
          </ac:spMkLst>
        </pc:spChg>
        <pc:spChg chg="mod">
          <ac:chgData name="Matthijs de Jonge" userId="73af7dab-4ccc-475f-8084-997d3e7a26a4" providerId="ADAL" clId="{797F55BD-6EB7-894F-B3A3-3FEBB26CF228}" dt="2025-03-24T11:01:07.660" v="2905" actId="20577"/>
          <ac:spMkLst>
            <pc:docMk/>
            <pc:sldMk cId="3533646732" sldId="291"/>
            <ac:spMk id="3" creationId="{CEE07ACC-1C72-2B4E-DF80-0C1653909905}"/>
          </ac:spMkLst>
        </pc:spChg>
      </pc:sldChg>
      <pc:sldChg chg="modSp add mod ord">
        <pc:chgData name="Matthijs de Jonge" userId="73af7dab-4ccc-475f-8084-997d3e7a26a4" providerId="ADAL" clId="{797F55BD-6EB7-894F-B3A3-3FEBB26CF228}" dt="2025-03-24T11:06:59.206" v="3204"/>
        <pc:sldMkLst>
          <pc:docMk/>
          <pc:sldMk cId="340768751" sldId="292"/>
        </pc:sldMkLst>
        <pc:spChg chg="mod">
          <ac:chgData name="Matthijs de Jonge" userId="73af7dab-4ccc-475f-8084-997d3e7a26a4" providerId="ADAL" clId="{797F55BD-6EB7-894F-B3A3-3FEBB26CF228}" dt="2025-03-24T11:06:59.206" v="3204"/>
          <ac:spMkLst>
            <pc:docMk/>
            <pc:sldMk cId="340768751" sldId="292"/>
            <ac:spMk id="2" creationId="{744FC92A-E0ED-F0D1-C32E-408BBD6B9D68}"/>
          </ac:spMkLst>
        </pc:spChg>
        <pc:spChg chg="mod">
          <ac:chgData name="Matthijs de Jonge" userId="73af7dab-4ccc-475f-8084-997d3e7a26a4" providerId="ADAL" clId="{797F55BD-6EB7-894F-B3A3-3FEBB26CF228}" dt="2025-03-24T11:01:28.463" v="2929" actId="20577"/>
          <ac:spMkLst>
            <pc:docMk/>
            <pc:sldMk cId="340768751" sldId="292"/>
            <ac:spMk id="3" creationId="{FB5415CE-3E5F-0333-0C9B-931A4E7A3E6E}"/>
          </ac:spMkLst>
        </pc:spChg>
        <pc:graphicFrameChg chg="mod modGraphic">
          <ac:chgData name="Matthijs de Jonge" userId="73af7dab-4ccc-475f-8084-997d3e7a26a4" providerId="ADAL" clId="{797F55BD-6EB7-894F-B3A3-3FEBB26CF228}" dt="2025-03-24T11:06:30.390" v="3170" actId="1076"/>
          <ac:graphicFrameMkLst>
            <pc:docMk/>
            <pc:sldMk cId="340768751" sldId="292"/>
            <ac:graphicFrameMk id="4" creationId="{E10E579E-E6B8-2376-161C-A738E6553354}"/>
          </ac:graphicFrameMkLst>
        </pc:graphicFrameChg>
      </pc:sldChg>
      <pc:sldChg chg="addSp delSp modSp new mod">
        <pc:chgData name="Matthijs de Jonge" userId="73af7dab-4ccc-475f-8084-997d3e7a26a4" providerId="ADAL" clId="{797F55BD-6EB7-894F-B3A3-3FEBB26CF228}" dt="2025-03-24T11:15:42.241" v="3725" actId="20577"/>
        <pc:sldMkLst>
          <pc:docMk/>
          <pc:sldMk cId="3989149984" sldId="293"/>
        </pc:sldMkLst>
        <pc:spChg chg="mod">
          <ac:chgData name="Matthijs de Jonge" userId="73af7dab-4ccc-475f-8084-997d3e7a26a4" providerId="ADAL" clId="{797F55BD-6EB7-894F-B3A3-3FEBB26CF228}" dt="2025-03-24T11:15:42.241" v="3725" actId="20577"/>
          <ac:spMkLst>
            <pc:docMk/>
            <pc:sldMk cId="3989149984" sldId="293"/>
            <ac:spMk id="2" creationId="{A4184BA5-7EBE-94E8-9397-699F50FA8A51}"/>
          </ac:spMkLst>
        </pc:spChg>
        <pc:spChg chg="mod">
          <ac:chgData name="Matthijs de Jonge" userId="73af7dab-4ccc-475f-8084-997d3e7a26a4" providerId="ADAL" clId="{797F55BD-6EB7-894F-B3A3-3FEBB26CF228}" dt="2025-03-24T11:05:57.357" v="3158" actId="20577"/>
          <ac:spMkLst>
            <pc:docMk/>
            <pc:sldMk cId="3989149984" sldId="293"/>
            <ac:spMk id="3" creationId="{14A2305C-BA1B-0E4D-A0D9-CCAE0706FF32}"/>
          </ac:spMkLst>
        </pc:spChg>
        <pc:spChg chg="add mod">
          <ac:chgData name="Matthijs de Jonge" userId="73af7dab-4ccc-475f-8084-997d3e7a26a4" providerId="ADAL" clId="{797F55BD-6EB7-894F-B3A3-3FEBB26CF228}" dt="2025-03-24T11:15:31.189" v="3710" actId="14100"/>
          <ac:spMkLst>
            <pc:docMk/>
            <pc:sldMk cId="3989149984" sldId="293"/>
            <ac:spMk id="4" creationId="{35CF9949-AEB5-20E5-B0EE-0B03BE4C6146}"/>
          </ac:spMkLst>
        </pc:spChg>
        <pc:spChg chg="add mod">
          <ac:chgData name="Matthijs de Jonge" userId="73af7dab-4ccc-475f-8084-997d3e7a26a4" providerId="ADAL" clId="{797F55BD-6EB7-894F-B3A3-3FEBB26CF228}" dt="2025-03-24T11:14:07.272" v="3693" actId="1076"/>
          <ac:spMkLst>
            <pc:docMk/>
            <pc:sldMk cId="3989149984" sldId="293"/>
            <ac:spMk id="5" creationId="{EE20F18A-9F56-9284-AF94-C7E33A4A75E2}"/>
          </ac:spMkLst>
        </pc:spChg>
        <pc:spChg chg="add mod">
          <ac:chgData name="Matthijs de Jonge" userId="73af7dab-4ccc-475f-8084-997d3e7a26a4" providerId="ADAL" clId="{797F55BD-6EB7-894F-B3A3-3FEBB26CF228}" dt="2025-03-24T11:14:03.282" v="3692" actId="1076"/>
          <ac:spMkLst>
            <pc:docMk/>
            <pc:sldMk cId="3989149984" sldId="293"/>
            <ac:spMk id="6" creationId="{E14F6339-CEFB-9605-B69A-D980F3258652}"/>
          </ac:spMkLst>
        </pc:spChg>
        <pc:spChg chg="add mod">
          <ac:chgData name="Matthijs de Jonge" userId="73af7dab-4ccc-475f-8084-997d3e7a26a4" providerId="ADAL" clId="{797F55BD-6EB7-894F-B3A3-3FEBB26CF228}" dt="2025-03-24T11:14:03.282" v="3692" actId="1076"/>
          <ac:spMkLst>
            <pc:docMk/>
            <pc:sldMk cId="3989149984" sldId="293"/>
            <ac:spMk id="7" creationId="{998269A2-2CC0-980E-06D2-71C755FBD00A}"/>
          </ac:spMkLst>
        </pc:spChg>
        <pc:spChg chg="add mod">
          <ac:chgData name="Matthijs de Jonge" userId="73af7dab-4ccc-475f-8084-997d3e7a26a4" providerId="ADAL" clId="{797F55BD-6EB7-894F-B3A3-3FEBB26CF228}" dt="2025-03-24T11:15:16.171" v="3707" actId="1076"/>
          <ac:spMkLst>
            <pc:docMk/>
            <pc:sldMk cId="3989149984" sldId="293"/>
            <ac:spMk id="11" creationId="{F9A16ACE-A242-534F-C0E1-A933437ACD64}"/>
          </ac:spMkLst>
        </pc:spChg>
        <pc:spChg chg="add mod">
          <ac:chgData name="Matthijs de Jonge" userId="73af7dab-4ccc-475f-8084-997d3e7a26a4" providerId="ADAL" clId="{797F55BD-6EB7-894F-B3A3-3FEBB26CF228}" dt="2025-03-24T11:14:37.747" v="3700" actId="1076"/>
          <ac:spMkLst>
            <pc:docMk/>
            <pc:sldMk cId="3989149984" sldId="293"/>
            <ac:spMk id="12" creationId="{2A0AA512-CCCD-5885-A6C1-575F07B1CC0B}"/>
          </ac:spMkLst>
        </pc:spChg>
        <pc:cxnChg chg="add mod">
          <ac:chgData name="Matthijs de Jonge" userId="73af7dab-4ccc-475f-8084-997d3e7a26a4" providerId="ADAL" clId="{797F55BD-6EB7-894F-B3A3-3FEBB26CF228}" dt="2025-03-24T11:14:10.711" v="3694" actId="14100"/>
          <ac:cxnSpMkLst>
            <pc:docMk/>
            <pc:sldMk cId="3989149984" sldId="293"/>
            <ac:cxnSpMk id="8" creationId="{6791C179-0055-017D-E60C-59922A5D08AC}"/>
          </ac:cxnSpMkLst>
        </pc:cxnChg>
        <pc:cxnChg chg="add mod">
          <ac:chgData name="Matthijs de Jonge" userId="73af7dab-4ccc-475f-8084-997d3e7a26a4" providerId="ADAL" clId="{797F55BD-6EB7-894F-B3A3-3FEBB26CF228}" dt="2025-03-24T11:15:26.949" v="3709" actId="14100"/>
          <ac:cxnSpMkLst>
            <pc:docMk/>
            <pc:sldMk cId="3989149984" sldId="293"/>
            <ac:cxnSpMk id="9" creationId="{8B331345-9CE3-91C5-8825-660BD548DD61}"/>
          </ac:cxnSpMkLst>
        </pc:cxnChg>
        <pc:cxnChg chg="mod">
          <ac:chgData name="Matthijs de Jonge" userId="73af7dab-4ccc-475f-8084-997d3e7a26a4" providerId="ADAL" clId="{797F55BD-6EB7-894F-B3A3-3FEBB26CF228}" dt="2025-03-24T11:15:21.746" v="3708" actId="14100"/>
          <ac:cxnSpMkLst>
            <pc:docMk/>
            <pc:sldMk cId="3989149984" sldId="293"/>
            <ac:cxnSpMk id="10" creationId="{9BC6A69E-D024-E5FC-F9E5-4C4DF0036143}"/>
          </ac:cxnSpMkLst>
        </pc:cxnChg>
        <pc:cxnChg chg="mod">
          <ac:chgData name="Matthijs de Jonge" userId="73af7dab-4ccc-475f-8084-997d3e7a26a4" providerId="ADAL" clId="{797F55BD-6EB7-894F-B3A3-3FEBB26CF228}" dt="2025-03-24T11:15:16.171" v="3707" actId="1076"/>
          <ac:cxnSpMkLst>
            <pc:docMk/>
            <pc:sldMk cId="3989149984" sldId="293"/>
            <ac:cxnSpMk id="13" creationId="{D69E3489-B20F-9B49-F73F-8F6D9D3342C3}"/>
          </ac:cxnSpMkLst>
        </pc:cxnChg>
        <pc:cxnChg chg="add mod">
          <ac:chgData name="Matthijs de Jonge" userId="73af7dab-4ccc-475f-8084-997d3e7a26a4" providerId="ADAL" clId="{797F55BD-6EB7-894F-B3A3-3FEBB26CF228}" dt="2025-03-24T11:15:16.171" v="3707" actId="1076"/>
          <ac:cxnSpMkLst>
            <pc:docMk/>
            <pc:sldMk cId="3989149984" sldId="293"/>
            <ac:cxnSpMk id="14" creationId="{2F430F6C-87E7-B700-04B7-9C45D534C68F}"/>
          </ac:cxnSpMkLst>
        </pc:cxnChg>
        <pc:cxnChg chg="del mod">
          <ac:chgData name="Matthijs de Jonge" userId="73af7dab-4ccc-475f-8084-997d3e7a26a4" providerId="ADAL" clId="{797F55BD-6EB7-894F-B3A3-3FEBB26CF228}" dt="2025-03-24T11:11:30.086" v="3464" actId="478"/>
          <ac:cxnSpMkLst>
            <pc:docMk/>
            <pc:sldMk cId="3989149984" sldId="293"/>
            <ac:cxnSpMk id="15" creationId="{5944F786-27AB-7F0D-F68A-333660A9363A}"/>
          </ac:cxnSpMkLst>
        </pc:cxnChg>
        <pc:cxnChg chg="add del mod">
          <ac:chgData name="Matthijs de Jonge" userId="73af7dab-4ccc-475f-8084-997d3e7a26a4" providerId="ADAL" clId="{797F55BD-6EB7-894F-B3A3-3FEBB26CF228}" dt="2025-03-24T11:11:28.068" v="3463" actId="478"/>
          <ac:cxnSpMkLst>
            <pc:docMk/>
            <pc:sldMk cId="3989149984" sldId="293"/>
            <ac:cxnSpMk id="16" creationId="{269AD1EB-5FEB-EA2B-4D2E-192384A61DB6}"/>
          </ac:cxnSpMkLst>
        </pc:cxnChg>
        <pc:cxnChg chg="mod">
          <ac:chgData name="Matthijs de Jonge" userId="73af7dab-4ccc-475f-8084-997d3e7a26a4" providerId="ADAL" clId="{797F55BD-6EB7-894F-B3A3-3FEBB26CF228}" dt="2025-03-24T11:09:23.841" v="3255" actId="14100"/>
          <ac:cxnSpMkLst>
            <pc:docMk/>
            <pc:sldMk cId="3989149984" sldId="293"/>
            <ac:cxnSpMk id="17" creationId="{AC0F51B5-A2C4-FD9E-8A47-8EF102A89713}"/>
          </ac:cxnSpMkLst>
        </pc:cxnChg>
        <pc:cxnChg chg="add mod">
          <ac:chgData name="Matthijs de Jonge" userId="73af7dab-4ccc-475f-8084-997d3e7a26a4" providerId="ADAL" clId="{797F55BD-6EB7-894F-B3A3-3FEBB26CF228}" dt="2025-03-24T11:14:37.747" v="3700" actId="1076"/>
          <ac:cxnSpMkLst>
            <pc:docMk/>
            <pc:sldMk cId="3989149984" sldId="293"/>
            <ac:cxnSpMk id="18" creationId="{C35A8780-D6D1-DA8F-A37D-CD03649BEC23}"/>
          </ac:cxnSpMkLst>
        </pc:cxnChg>
        <pc:cxnChg chg="add mod">
          <ac:chgData name="Matthijs de Jonge" userId="73af7dab-4ccc-475f-8084-997d3e7a26a4" providerId="ADAL" clId="{797F55BD-6EB7-894F-B3A3-3FEBB26CF228}" dt="2025-03-24T11:14:37.747" v="3700" actId="1076"/>
          <ac:cxnSpMkLst>
            <pc:docMk/>
            <pc:sldMk cId="3989149984" sldId="293"/>
            <ac:cxnSpMk id="57" creationId="{6ED7D3EC-8EE2-01D9-60DB-9D8DF398D564}"/>
          </ac:cxnSpMkLst>
        </pc:cxnChg>
        <pc:cxnChg chg="add mod">
          <ac:chgData name="Matthijs de Jonge" userId="73af7dab-4ccc-475f-8084-997d3e7a26a4" providerId="ADAL" clId="{797F55BD-6EB7-894F-B3A3-3FEBB26CF228}" dt="2025-03-24T11:15:16.171" v="3707" actId="1076"/>
          <ac:cxnSpMkLst>
            <pc:docMk/>
            <pc:sldMk cId="3989149984" sldId="293"/>
            <ac:cxnSpMk id="58" creationId="{E917C8EC-8E97-A733-61D5-628216CB8AA9}"/>
          </ac:cxnSpMkLst>
        </pc:cxnChg>
      </pc:sldChg>
      <pc:sldChg chg="modSp new mod">
        <pc:chgData name="Matthijs de Jonge" userId="73af7dab-4ccc-475f-8084-997d3e7a26a4" providerId="ADAL" clId="{797F55BD-6EB7-894F-B3A3-3FEBB26CF228}" dt="2025-03-24T11:21:27.861" v="4356" actId="20577"/>
        <pc:sldMkLst>
          <pc:docMk/>
          <pc:sldMk cId="1267064419" sldId="294"/>
        </pc:sldMkLst>
        <pc:spChg chg="mod">
          <ac:chgData name="Matthijs de Jonge" userId="73af7dab-4ccc-475f-8084-997d3e7a26a4" providerId="ADAL" clId="{797F55BD-6EB7-894F-B3A3-3FEBB26CF228}" dt="2025-03-24T11:18:15.404" v="4178" actId="20577"/>
          <ac:spMkLst>
            <pc:docMk/>
            <pc:sldMk cId="1267064419" sldId="294"/>
            <ac:spMk id="2" creationId="{E16D60CB-3899-A096-41CD-536DC36F5C02}"/>
          </ac:spMkLst>
        </pc:spChg>
        <pc:spChg chg="mod">
          <ac:chgData name="Matthijs de Jonge" userId="73af7dab-4ccc-475f-8084-997d3e7a26a4" providerId="ADAL" clId="{797F55BD-6EB7-894F-B3A3-3FEBB26CF228}" dt="2025-03-24T11:21:27.861" v="4356" actId="20577"/>
          <ac:spMkLst>
            <pc:docMk/>
            <pc:sldMk cId="1267064419" sldId="294"/>
            <ac:spMk id="3" creationId="{ED27B6F8-E72D-B907-95C7-11CC342CDF11}"/>
          </ac:spMkLst>
        </pc:spChg>
      </pc:sldChg>
      <pc:sldChg chg="addSp modSp new mod">
        <pc:chgData name="Matthijs de Jonge" userId="73af7dab-4ccc-475f-8084-997d3e7a26a4" providerId="ADAL" clId="{797F55BD-6EB7-894F-B3A3-3FEBB26CF228}" dt="2025-03-24T11:22:13.975" v="4363" actId="20577"/>
        <pc:sldMkLst>
          <pc:docMk/>
          <pc:sldMk cId="914060259" sldId="295"/>
        </pc:sldMkLst>
        <pc:spChg chg="mod">
          <ac:chgData name="Matthijs de Jonge" userId="73af7dab-4ccc-475f-8084-997d3e7a26a4" providerId="ADAL" clId="{797F55BD-6EB7-894F-B3A3-3FEBB26CF228}" dt="2025-03-24T11:22:13.975" v="4363" actId="20577"/>
          <ac:spMkLst>
            <pc:docMk/>
            <pc:sldMk cId="914060259" sldId="295"/>
            <ac:spMk id="2" creationId="{ED4A3CB2-B4E5-E676-6E9D-9EA0808F5D29}"/>
          </ac:spMkLst>
        </pc:spChg>
        <pc:spChg chg="mod">
          <ac:chgData name="Matthijs de Jonge" userId="73af7dab-4ccc-475f-8084-997d3e7a26a4" providerId="ADAL" clId="{797F55BD-6EB7-894F-B3A3-3FEBB26CF228}" dt="2025-03-24T11:20:03.126" v="4204" actId="20577"/>
          <ac:spMkLst>
            <pc:docMk/>
            <pc:sldMk cId="914060259" sldId="295"/>
            <ac:spMk id="3" creationId="{7DBCAD2A-F2C6-1505-85C2-2EAF340E1A33}"/>
          </ac:spMkLst>
        </pc:spChg>
        <pc:picChg chg="add mod">
          <ac:chgData name="Matthijs de Jonge" userId="73af7dab-4ccc-475f-8084-997d3e7a26a4" providerId="ADAL" clId="{797F55BD-6EB7-894F-B3A3-3FEBB26CF228}" dt="2025-03-24T11:20:26.372" v="4213" actId="14100"/>
          <ac:picMkLst>
            <pc:docMk/>
            <pc:sldMk cId="914060259" sldId="295"/>
            <ac:picMk id="5" creationId="{50B9E591-536E-9CEB-A9C0-E23F19E610A3}"/>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Map2"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Map2"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noProof="1"/>
              <a:t>Iteration</a:t>
            </a:r>
            <a:r>
              <a:rPr lang="en-US" baseline="0" noProof="1"/>
              <a:t> vs model score</a:t>
            </a:r>
            <a:endParaRPr lang="en-US" noProof="1"/>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nl-NL"/>
        </a:p>
      </c:txPr>
    </c:title>
    <c:autoTitleDeleted val="0"/>
    <c:plotArea>
      <c:layout/>
      <c:lineChart>
        <c:grouping val="standard"/>
        <c:varyColors val="0"/>
        <c:ser>
          <c:idx val="1"/>
          <c:order val="0"/>
          <c:tx>
            <c:strRef>
              <c:f>Blad1!$B$1</c:f>
              <c:strCache>
                <c:ptCount val="1"/>
                <c:pt idx="0">
                  <c:v>Score</c:v>
                </c:pt>
              </c:strCache>
            </c:strRef>
          </c:tx>
          <c:spPr>
            <a:ln w="28575" cap="rnd">
              <a:solidFill>
                <a:schemeClr val="accent2"/>
              </a:solidFill>
              <a:round/>
            </a:ln>
            <a:effectLst/>
          </c:spPr>
          <c:marker>
            <c:symbol val="square"/>
            <c:size val="11"/>
            <c:spPr>
              <a:solidFill>
                <a:schemeClr val="accent2"/>
              </a:solidFill>
              <a:ln w="9525">
                <a:solidFill>
                  <a:schemeClr val="accent2"/>
                </a:solidFill>
              </a:ln>
              <a:effectLst/>
            </c:spPr>
          </c:marker>
          <c:cat>
            <c:strRef>
              <c:f>Blad1!$A$1:$A$5</c:f>
              <c:strCache>
                <c:ptCount val="5"/>
                <c:pt idx="0">
                  <c:v>Iteration</c:v>
                </c:pt>
                <c:pt idx="1">
                  <c:v>1</c:v>
                </c:pt>
                <c:pt idx="2">
                  <c:v>2</c:v>
                </c:pt>
                <c:pt idx="3">
                  <c:v>3</c:v>
                </c:pt>
                <c:pt idx="4">
                  <c:v>4</c:v>
                </c:pt>
              </c:strCache>
            </c:strRef>
          </c:cat>
          <c:val>
            <c:numRef>
              <c:f>Blad1!$B$2:$B$5</c:f>
              <c:numCache>
                <c:formatCode>General</c:formatCode>
                <c:ptCount val="4"/>
                <c:pt idx="0">
                  <c:v>-5</c:v>
                </c:pt>
                <c:pt idx="1">
                  <c:v>-2</c:v>
                </c:pt>
                <c:pt idx="2">
                  <c:v>1</c:v>
                </c:pt>
                <c:pt idx="3">
                  <c:v>0</c:v>
                </c:pt>
              </c:numCache>
            </c:numRef>
          </c:val>
          <c:smooth val="0"/>
          <c:extLst>
            <c:ext xmlns:c16="http://schemas.microsoft.com/office/drawing/2014/chart" uri="{C3380CC4-5D6E-409C-BE32-E72D297353CC}">
              <c16:uniqueId val="{00000000-923D-3C42-BC33-B4227F83D335}"/>
            </c:ext>
          </c:extLst>
        </c:ser>
        <c:dLbls>
          <c:showLegendKey val="0"/>
          <c:showVal val="0"/>
          <c:showCatName val="0"/>
          <c:showSerName val="0"/>
          <c:showPercent val="0"/>
          <c:showBubbleSize val="0"/>
        </c:dLbls>
        <c:marker val="1"/>
        <c:smooth val="0"/>
        <c:axId val="1175902735"/>
        <c:axId val="1175905231"/>
      </c:lineChart>
      <c:catAx>
        <c:axId val="11759027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b" anchorCtr="0"/>
          <a:lstStyle/>
          <a:p>
            <a:pPr>
              <a:defRPr sz="900" b="0" i="0" u="none" strike="noStrike" kern="1200" baseline="0">
                <a:solidFill>
                  <a:schemeClr val="tx1">
                    <a:lumMod val="65000"/>
                    <a:lumOff val="35000"/>
                  </a:schemeClr>
                </a:solidFill>
                <a:latin typeface="+mn-lt"/>
                <a:ea typeface="+mn-ea"/>
                <a:cs typeface="+mn-cs"/>
              </a:defRPr>
            </a:pPr>
            <a:endParaRPr lang="nl-NL"/>
          </a:p>
        </c:txPr>
        <c:crossAx val="1175905231"/>
        <c:crosses val="autoZero"/>
        <c:auto val="1"/>
        <c:lblAlgn val="ctr"/>
        <c:lblOffset val="100"/>
        <c:noMultiLvlLbl val="0"/>
      </c:catAx>
      <c:valAx>
        <c:axId val="117590523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nl-NL"/>
          </a:p>
        </c:txPr>
        <c:crossAx val="117590273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nl-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nl-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noProof="1"/>
              <a:t>Iteration</a:t>
            </a:r>
            <a:r>
              <a:rPr lang="en-US" baseline="0" noProof="1"/>
              <a:t> vs model score</a:t>
            </a:r>
            <a:endParaRPr lang="en-US" noProof="1"/>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nl-NL"/>
        </a:p>
      </c:txPr>
    </c:title>
    <c:autoTitleDeleted val="0"/>
    <c:plotArea>
      <c:layout/>
      <c:lineChart>
        <c:grouping val="standard"/>
        <c:varyColors val="0"/>
        <c:ser>
          <c:idx val="1"/>
          <c:order val="0"/>
          <c:tx>
            <c:strRef>
              <c:f>Blad1!$I$28</c:f>
              <c:strCache>
                <c:ptCount val="1"/>
                <c:pt idx="0">
                  <c:v>score</c:v>
                </c:pt>
              </c:strCache>
            </c:strRef>
          </c:tx>
          <c:spPr>
            <a:ln w="28575" cap="rnd">
              <a:solidFill>
                <a:schemeClr val="accent2"/>
              </a:solidFill>
              <a:round/>
            </a:ln>
            <a:effectLst/>
          </c:spPr>
          <c:marker>
            <c:symbol val="square"/>
            <c:size val="11"/>
            <c:spPr>
              <a:solidFill>
                <a:schemeClr val="accent2"/>
              </a:solidFill>
              <a:ln w="9525">
                <a:solidFill>
                  <a:schemeClr val="accent2"/>
                </a:solidFill>
              </a:ln>
              <a:effectLst/>
            </c:spPr>
          </c:marker>
          <c:cat>
            <c:numRef>
              <c:f>Blad1!$H$29:$H$35</c:f>
              <c:numCache>
                <c:formatCode>General</c:formatCode>
                <c:ptCount val="7"/>
                <c:pt idx="0">
                  <c:v>1</c:v>
                </c:pt>
                <c:pt idx="1">
                  <c:v>2</c:v>
                </c:pt>
                <c:pt idx="2">
                  <c:v>2</c:v>
                </c:pt>
                <c:pt idx="3">
                  <c:v>3</c:v>
                </c:pt>
                <c:pt idx="4">
                  <c:v>4</c:v>
                </c:pt>
                <c:pt idx="5">
                  <c:v>5</c:v>
                </c:pt>
                <c:pt idx="6">
                  <c:v>6</c:v>
                </c:pt>
              </c:numCache>
            </c:numRef>
          </c:cat>
          <c:val>
            <c:numRef>
              <c:f>Blad1!$I$29:$I$35</c:f>
              <c:numCache>
                <c:formatCode>General</c:formatCode>
                <c:ptCount val="7"/>
                <c:pt idx="0">
                  <c:v>-5</c:v>
                </c:pt>
                <c:pt idx="1">
                  <c:v>-2</c:v>
                </c:pt>
                <c:pt idx="2">
                  <c:v>1</c:v>
                </c:pt>
                <c:pt idx="3">
                  <c:v>-0.5</c:v>
                </c:pt>
                <c:pt idx="4">
                  <c:v>0.25</c:v>
                </c:pt>
                <c:pt idx="5">
                  <c:v>0.4</c:v>
                </c:pt>
                <c:pt idx="6">
                  <c:v>-0.1</c:v>
                </c:pt>
              </c:numCache>
            </c:numRef>
          </c:val>
          <c:smooth val="0"/>
          <c:extLst>
            <c:ext xmlns:c16="http://schemas.microsoft.com/office/drawing/2014/chart" uri="{C3380CC4-5D6E-409C-BE32-E72D297353CC}">
              <c16:uniqueId val="{00000000-65AC-C643-AA98-39FC98526FF1}"/>
            </c:ext>
          </c:extLst>
        </c:ser>
        <c:dLbls>
          <c:showLegendKey val="0"/>
          <c:showVal val="0"/>
          <c:showCatName val="0"/>
          <c:showSerName val="0"/>
          <c:showPercent val="0"/>
          <c:showBubbleSize val="0"/>
        </c:dLbls>
        <c:marker val="1"/>
        <c:smooth val="0"/>
        <c:axId val="1175902735"/>
        <c:axId val="1175905231"/>
      </c:lineChart>
      <c:catAx>
        <c:axId val="11759027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b" anchorCtr="0"/>
          <a:lstStyle/>
          <a:p>
            <a:pPr>
              <a:defRPr sz="900" b="0" i="0" u="none" strike="noStrike" kern="1200" baseline="0">
                <a:solidFill>
                  <a:schemeClr val="tx1">
                    <a:lumMod val="65000"/>
                    <a:lumOff val="35000"/>
                  </a:schemeClr>
                </a:solidFill>
                <a:latin typeface="+mn-lt"/>
                <a:ea typeface="+mn-ea"/>
                <a:cs typeface="+mn-cs"/>
              </a:defRPr>
            </a:pPr>
            <a:endParaRPr lang="nl-NL"/>
          </a:p>
        </c:txPr>
        <c:crossAx val="1175905231"/>
        <c:crosses val="autoZero"/>
        <c:auto val="1"/>
        <c:lblAlgn val="ctr"/>
        <c:lblOffset val="100"/>
        <c:noMultiLvlLbl val="0"/>
      </c:catAx>
      <c:valAx>
        <c:axId val="117590523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nl-NL"/>
          </a:p>
        </c:txPr>
        <c:crossAx val="117590273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nl-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nl-N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D7098F-87C7-3046-B8E1-0317C0D8D9C4}" type="datetimeFigureOut">
              <a:rPr lang="en-US" smtClean="0"/>
              <a:t>9/30/25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9E41DC2-B95D-474E-A103-7B49B8540033}" type="slidenum">
              <a:rPr lang="en-US" smtClean="0"/>
              <a:t>‹nr.›</a:t>
            </a:fld>
            <a:endParaRPr lang="en-US"/>
          </a:p>
        </p:txBody>
      </p:sp>
    </p:spTree>
    <p:extLst>
      <p:ext uri="{BB962C8B-B14F-4D97-AF65-F5344CB8AC3E}">
        <p14:creationId xmlns:p14="http://schemas.microsoft.com/office/powerpoint/2010/main" val="30679252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83074A2-D88D-8F43-B619-246CA3905610}" type="datetimeFigureOut">
              <a:rPr lang="en-US" smtClean="0"/>
              <a:t>9/30/25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nl-NL"/>
              <a:t>Click to edit Master text styles</a:t>
            </a:r>
          </a:p>
          <a:p>
            <a:pPr lvl="1"/>
            <a:r>
              <a:rPr lang="nl-NL"/>
              <a:t>Second level</a:t>
            </a:r>
          </a:p>
          <a:p>
            <a:pPr lvl="2"/>
            <a:r>
              <a:rPr lang="nl-NL"/>
              <a:t>Third level</a:t>
            </a:r>
          </a:p>
          <a:p>
            <a:pPr lvl="3"/>
            <a:r>
              <a:rPr lang="nl-NL"/>
              <a:t>Fourth level</a:t>
            </a:r>
          </a:p>
          <a:p>
            <a:pPr lvl="4"/>
            <a:r>
              <a:rPr lang="nl-NL"/>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38542CC-6F26-A34B-8E15-4341DD4E0F8B}" type="slidenum">
              <a:rPr lang="en-US" smtClean="0"/>
              <a:t>‹nr.›</a:t>
            </a:fld>
            <a:endParaRPr lang="en-US"/>
          </a:p>
        </p:txBody>
      </p:sp>
    </p:spTree>
    <p:extLst>
      <p:ext uri="{BB962C8B-B14F-4D97-AF65-F5344CB8AC3E}">
        <p14:creationId xmlns:p14="http://schemas.microsoft.com/office/powerpoint/2010/main" val="3653099832"/>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dia">
    <p:spTree>
      <p:nvGrpSpPr>
        <p:cNvPr id="1" name=""/>
        <p:cNvGrpSpPr/>
        <p:nvPr/>
      </p:nvGrpSpPr>
      <p:grpSpPr>
        <a:xfrm>
          <a:off x="0" y="0"/>
          <a:ext cx="0" cy="0"/>
          <a:chOff x="0" y="0"/>
          <a:chExt cx="0" cy="0"/>
        </a:xfrm>
      </p:grpSpPr>
      <p:pic>
        <p:nvPicPr>
          <p:cNvPr id="21" name="Afbeelding 4">
            <a:extLst>
              <a:ext uri="{FF2B5EF4-FFF2-40B4-BE49-F238E27FC236}">
                <a16:creationId xmlns:a16="http://schemas.microsoft.com/office/drawing/2014/main" id="{3E43DDCB-339E-4C3A-9E9E-C22943510D3B}"/>
              </a:ext>
            </a:extLst>
          </p:cNvPr>
          <p:cNvPicPr>
            <a:picLocks noChangeAspect="1"/>
          </p:cNvPicPr>
          <p:nvPr/>
        </p:nvPicPr>
        <p:blipFill>
          <a:blip r:embed="rId2"/>
          <a:stretch>
            <a:fillRect/>
          </a:stretch>
        </p:blipFill>
        <p:spPr>
          <a:xfrm>
            <a:off x="4043907" y="1624877"/>
            <a:ext cx="3997787" cy="2545109"/>
          </a:xfrm>
          <a:prstGeom prst="rect">
            <a:avLst/>
          </a:prstGeom>
        </p:spPr>
      </p:pic>
      <p:sp>
        <p:nvSpPr>
          <p:cNvPr id="29" name="Tijdelijke aanduiding voor tekst 28">
            <a:extLst>
              <a:ext uri="{FF2B5EF4-FFF2-40B4-BE49-F238E27FC236}">
                <a16:creationId xmlns:a16="http://schemas.microsoft.com/office/drawing/2014/main" id="{FDED8E11-341A-45D2-85B1-F7C4DB53232E}"/>
              </a:ext>
            </a:extLst>
          </p:cNvPr>
          <p:cNvSpPr>
            <a:spLocks noGrp="1"/>
          </p:cNvSpPr>
          <p:nvPr>
            <p:ph type="body" sz="quarter" idx="11" hasCustomPrompt="1"/>
          </p:nvPr>
        </p:nvSpPr>
        <p:spPr>
          <a:xfrm>
            <a:off x="669926" y="5095875"/>
            <a:ext cx="7839075" cy="1009650"/>
          </a:xfrm>
        </p:spPr>
        <p:txBody>
          <a:bodyPr>
            <a:normAutofit/>
          </a:bodyPr>
          <a:lstStyle>
            <a:lvl1pPr marL="0" indent="0">
              <a:buNone/>
              <a:defRPr lang="en-GB" sz="2475" b="0" i="0" u="none" strike="noStrike" cap="none" spc="0" baseline="0" dirty="0">
                <a:ln>
                  <a:noFill/>
                </a:ln>
                <a:solidFill>
                  <a:srgbClr val="000000"/>
                </a:solidFill>
                <a:uFillTx/>
                <a:latin typeface="Avenir Next Condensed"/>
                <a:ea typeface="Avenir Next Condensed Medium"/>
                <a:cs typeface="Avenir Next Condensed Medium"/>
                <a:sym typeface="Avenir Next Condensed Medium"/>
              </a:defRPr>
            </a:lvl1pPr>
          </a:lstStyle>
          <a:p>
            <a:pPr lvl="0"/>
            <a:r>
              <a:rPr lang="nl-NL" dirty="0"/>
              <a:t>VOORBEELD VAN EEN ONDERTITEL</a:t>
            </a:r>
            <a:endParaRPr lang="en-GB" dirty="0"/>
          </a:p>
        </p:txBody>
      </p:sp>
      <p:sp>
        <p:nvSpPr>
          <p:cNvPr id="34" name="Tijdelijke aanduiding voor tekst 33">
            <a:extLst>
              <a:ext uri="{FF2B5EF4-FFF2-40B4-BE49-F238E27FC236}">
                <a16:creationId xmlns:a16="http://schemas.microsoft.com/office/drawing/2014/main" id="{D9C3A310-643B-4139-9F62-77D06674713C}"/>
              </a:ext>
            </a:extLst>
          </p:cNvPr>
          <p:cNvSpPr>
            <a:spLocks noGrp="1"/>
          </p:cNvSpPr>
          <p:nvPr>
            <p:ph type="body" sz="quarter" idx="12" hasCustomPrompt="1"/>
          </p:nvPr>
        </p:nvSpPr>
        <p:spPr>
          <a:xfrm>
            <a:off x="669925" y="1196299"/>
            <a:ext cx="7844102" cy="588915"/>
          </a:xfrm>
        </p:spPr>
        <p:txBody>
          <a:bodyPr anchor="b">
            <a:noAutofit/>
          </a:bodyPr>
          <a:lstStyle>
            <a:lvl1pPr marL="0" indent="0">
              <a:buNone/>
              <a:defRPr lang="nl-NL" sz="1846" b="0" kern="1200" baseline="0" dirty="0" smtClean="0">
                <a:solidFill>
                  <a:srgbClr val="E50856"/>
                </a:solidFill>
                <a:latin typeface="Avenir Next Condensed"/>
                <a:ea typeface="Avenir Next Condensed Demi Bold"/>
                <a:cs typeface="Avenir Next Condensed Demi Bold"/>
                <a:sym typeface="Avenir Next Condensed Demi Bold"/>
              </a:defRPr>
            </a:lvl1pPr>
          </a:lstStyle>
          <a:p>
            <a:pPr lvl="0"/>
            <a:r>
              <a:rPr lang="nl-NL" dirty="0"/>
              <a:t>NAAM OPLEIDING/FACULTEIT</a:t>
            </a:r>
          </a:p>
        </p:txBody>
      </p:sp>
      <p:sp>
        <p:nvSpPr>
          <p:cNvPr id="3" name="Tijdelijke aanduiding voor tekst 2">
            <a:extLst>
              <a:ext uri="{FF2B5EF4-FFF2-40B4-BE49-F238E27FC236}">
                <a16:creationId xmlns:a16="http://schemas.microsoft.com/office/drawing/2014/main" id="{D3983EC9-36B1-B744-A87D-1AA0BEB38BFB}"/>
              </a:ext>
            </a:extLst>
          </p:cNvPr>
          <p:cNvSpPr>
            <a:spLocks noGrp="1"/>
          </p:cNvSpPr>
          <p:nvPr>
            <p:ph type="body" sz="quarter" idx="13" hasCustomPrompt="1"/>
          </p:nvPr>
        </p:nvSpPr>
        <p:spPr>
          <a:xfrm>
            <a:off x="669925" y="1895907"/>
            <a:ext cx="7839075" cy="3089275"/>
          </a:xfrm>
        </p:spPr>
        <p:txBody>
          <a:bodyPr>
            <a:normAutofit/>
          </a:bodyPr>
          <a:lstStyle>
            <a:lvl1pPr marL="0" indent="0">
              <a:buNone/>
              <a:defRPr sz="6750" b="1">
                <a:latin typeface="Avenir Next Condensed" panose="020B0506020202020204" pitchFamily="34" charset="0"/>
              </a:defRPr>
            </a:lvl1pPr>
          </a:lstStyle>
          <a:p>
            <a:r>
              <a:rPr lang="nl-NL" dirty="0"/>
              <a:t>VOORBEELD VAN EEN TITEL_</a:t>
            </a:r>
          </a:p>
        </p:txBody>
      </p:sp>
    </p:spTree>
    <p:extLst>
      <p:ext uri="{BB962C8B-B14F-4D97-AF65-F5344CB8AC3E}">
        <p14:creationId xmlns:p14="http://schemas.microsoft.com/office/powerpoint/2010/main" val="3585006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en Tekst_">
    <p:spTree>
      <p:nvGrpSpPr>
        <p:cNvPr id="1" name=""/>
        <p:cNvGrpSpPr/>
        <p:nvPr/>
      </p:nvGrpSpPr>
      <p:grpSpPr>
        <a:xfrm>
          <a:off x="0" y="0"/>
          <a:ext cx="0" cy="0"/>
          <a:chOff x="0" y="0"/>
          <a:chExt cx="0" cy="0"/>
        </a:xfrm>
      </p:grpSpPr>
      <p:sp>
        <p:nvSpPr>
          <p:cNvPr id="5" name="Tijdelijke aanduiding voor tekst 4">
            <a:extLst>
              <a:ext uri="{FF2B5EF4-FFF2-40B4-BE49-F238E27FC236}">
                <a16:creationId xmlns:a16="http://schemas.microsoft.com/office/drawing/2014/main" id="{CA991A77-E592-4927-BAD8-5D3406246AEB}"/>
              </a:ext>
            </a:extLst>
          </p:cNvPr>
          <p:cNvSpPr>
            <a:spLocks noGrp="1"/>
          </p:cNvSpPr>
          <p:nvPr>
            <p:ph type="body" sz="quarter" idx="10" hasCustomPrompt="1"/>
          </p:nvPr>
        </p:nvSpPr>
        <p:spPr>
          <a:xfrm>
            <a:off x="628650" y="1925638"/>
            <a:ext cx="7886700" cy="4259262"/>
          </a:xfrm>
        </p:spPr>
        <p:txBody>
          <a:bodyPr>
            <a:normAutofit/>
          </a:bodyPr>
          <a:lstStyle>
            <a:lvl1pPr marL="0" indent="0">
              <a:spcBef>
                <a:spcPts val="750"/>
              </a:spcBef>
              <a:buFont typeface="Arial" panose="020B0604020202020204" pitchFamily="34" charset="0"/>
              <a:buNone/>
              <a:defRPr sz="2000"/>
            </a:lvl1pPr>
          </a:lstStyle>
          <a:p>
            <a:pPr lvl="0"/>
            <a:r>
              <a:rPr lang="nl-NL" dirty="0"/>
              <a:t>Voorbeeldtekst</a:t>
            </a:r>
          </a:p>
        </p:txBody>
      </p:sp>
      <p:sp>
        <p:nvSpPr>
          <p:cNvPr id="7" name="Titel 6">
            <a:extLst>
              <a:ext uri="{FF2B5EF4-FFF2-40B4-BE49-F238E27FC236}">
                <a16:creationId xmlns:a16="http://schemas.microsoft.com/office/drawing/2014/main" id="{D13B7015-BB4D-A84E-84E4-520C33B85DF3}"/>
              </a:ext>
            </a:extLst>
          </p:cNvPr>
          <p:cNvSpPr>
            <a:spLocks noGrp="1"/>
          </p:cNvSpPr>
          <p:nvPr>
            <p:ph type="title" hasCustomPrompt="1"/>
          </p:nvPr>
        </p:nvSpPr>
        <p:spPr/>
        <p:txBody>
          <a:bodyPr anchor="b">
            <a:normAutofit/>
          </a:bodyPr>
          <a:lstStyle>
            <a:lvl1pPr>
              <a:defRPr sz="3200">
                <a:solidFill>
                  <a:srgbClr val="E50056"/>
                </a:solidFill>
              </a:defRPr>
            </a:lvl1pPr>
          </a:lstStyle>
          <a:p>
            <a:r>
              <a:rPr lang="nl-NL" dirty="0"/>
              <a:t>VOORBEELD VAN EEN ONDERWERP</a:t>
            </a:r>
          </a:p>
        </p:txBody>
      </p:sp>
    </p:spTree>
    <p:extLst>
      <p:ext uri="{BB962C8B-B14F-4D97-AF65-F5344CB8AC3E}">
        <p14:creationId xmlns:p14="http://schemas.microsoft.com/office/powerpoint/2010/main" val="2631550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en Tekst">
    <p:spTree>
      <p:nvGrpSpPr>
        <p:cNvPr id="1" name=""/>
        <p:cNvGrpSpPr/>
        <p:nvPr/>
      </p:nvGrpSpPr>
      <p:grpSpPr>
        <a:xfrm>
          <a:off x="0" y="0"/>
          <a:ext cx="0" cy="0"/>
          <a:chOff x="0" y="0"/>
          <a:chExt cx="0" cy="0"/>
        </a:xfrm>
      </p:grpSpPr>
      <p:sp>
        <p:nvSpPr>
          <p:cNvPr id="6" name="Tijdelijke aanduiding voor tekst 4">
            <a:extLst>
              <a:ext uri="{FF2B5EF4-FFF2-40B4-BE49-F238E27FC236}">
                <a16:creationId xmlns:a16="http://schemas.microsoft.com/office/drawing/2014/main" id="{04E48767-DBA0-4144-B07A-E0457FACAB73}"/>
              </a:ext>
            </a:extLst>
          </p:cNvPr>
          <p:cNvSpPr>
            <a:spLocks noGrp="1"/>
          </p:cNvSpPr>
          <p:nvPr>
            <p:ph type="body" sz="quarter" idx="10" hasCustomPrompt="1"/>
          </p:nvPr>
        </p:nvSpPr>
        <p:spPr>
          <a:xfrm>
            <a:off x="628650" y="1925638"/>
            <a:ext cx="3943350" cy="4259262"/>
          </a:xfrm>
        </p:spPr>
        <p:txBody>
          <a:bodyPr>
            <a:normAutofit/>
          </a:bodyPr>
          <a:lstStyle>
            <a:lvl1pPr marL="0" indent="0">
              <a:spcBef>
                <a:spcPts val="750"/>
              </a:spcBef>
              <a:buFont typeface="Arial" panose="020B0604020202020204" pitchFamily="34" charset="0"/>
              <a:buNone/>
              <a:defRPr sz="2000"/>
            </a:lvl1pPr>
          </a:lstStyle>
          <a:p>
            <a:pPr lvl="0"/>
            <a:r>
              <a:rPr lang="nl-NL" dirty="0"/>
              <a:t>Voorbeeldtekst</a:t>
            </a:r>
          </a:p>
        </p:txBody>
      </p:sp>
      <p:sp>
        <p:nvSpPr>
          <p:cNvPr id="4" name="Titel 6">
            <a:extLst>
              <a:ext uri="{FF2B5EF4-FFF2-40B4-BE49-F238E27FC236}">
                <a16:creationId xmlns:a16="http://schemas.microsoft.com/office/drawing/2014/main" id="{24158585-8C9B-2444-8413-2968F1CB97F5}"/>
              </a:ext>
            </a:extLst>
          </p:cNvPr>
          <p:cNvSpPr>
            <a:spLocks noGrp="1"/>
          </p:cNvSpPr>
          <p:nvPr>
            <p:ph type="title" hasCustomPrompt="1"/>
          </p:nvPr>
        </p:nvSpPr>
        <p:spPr>
          <a:xfrm>
            <a:off x="628650" y="365129"/>
            <a:ext cx="7886700" cy="1325563"/>
          </a:xfrm>
        </p:spPr>
        <p:txBody>
          <a:bodyPr anchor="b">
            <a:normAutofit/>
          </a:bodyPr>
          <a:lstStyle>
            <a:lvl1pPr>
              <a:defRPr sz="3200">
                <a:solidFill>
                  <a:srgbClr val="E50056"/>
                </a:solidFill>
              </a:defRPr>
            </a:lvl1pPr>
          </a:lstStyle>
          <a:p>
            <a:r>
              <a:rPr lang="nl-NL" dirty="0"/>
              <a:t>VOORBEELD VAN EEN ONDERWERP</a:t>
            </a:r>
          </a:p>
        </p:txBody>
      </p:sp>
    </p:spTree>
    <p:extLst>
      <p:ext uri="{BB962C8B-B14F-4D97-AF65-F5344CB8AC3E}">
        <p14:creationId xmlns:p14="http://schemas.microsoft.com/office/powerpoint/2010/main" val="46748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Tekst en Afbeelding">
    <p:spTree>
      <p:nvGrpSpPr>
        <p:cNvPr id="1" name=""/>
        <p:cNvGrpSpPr/>
        <p:nvPr/>
      </p:nvGrpSpPr>
      <p:grpSpPr>
        <a:xfrm>
          <a:off x="0" y="0"/>
          <a:ext cx="0" cy="0"/>
          <a:chOff x="0" y="0"/>
          <a:chExt cx="0" cy="0"/>
        </a:xfrm>
      </p:grpSpPr>
      <p:sp>
        <p:nvSpPr>
          <p:cNvPr id="6" name="Tijdelijke aanduiding voor afbeelding 5">
            <a:extLst>
              <a:ext uri="{FF2B5EF4-FFF2-40B4-BE49-F238E27FC236}">
                <a16:creationId xmlns:a16="http://schemas.microsoft.com/office/drawing/2014/main" id="{260C8E6A-14DF-4CBC-B795-FDA284EC4712}"/>
              </a:ext>
            </a:extLst>
          </p:cNvPr>
          <p:cNvSpPr>
            <a:spLocks noGrp="1"/>
          </p:cNvSpPr>
          <p:nvPr>
            <p:ph type="pic" sz="quarter" idx="11"/>
          </p:nvPr>
        </p:nvSpPr>
        <p:spPr>
          <a:xfrm>
            <a:off x="4914902" y="1917701"/>
            <a:ext cx="3600450" cy="4259263"/>
          </a:xfrm>
        </p:spPr>
        <p:txBody>
          <a:bodyPr>
            <a:normAutofit/>
          </a:bodyPr>
          <a:lstStyle>
            <a:lvl1pPr>
              <a:defRPr sz="1275">
                <a:latin typeface="Arial" panose="020B0604020202020204" pitchFamily="34" charset="0"/>
                <a:cs typeface="Arial" panose="020B0604020202020204" pitchFamily="34" charset="0"/>
              </a:defRPr>
            </a:lvl1pPr>
          </a:lstStyle>
          <a:p>
            <a:r>
              <a:rPr lang="nl-NL"/>
              <a:t>Klik op het pictogram als u een afbeelding wilt toevoegen</a:t>
            </a:r>
            <a:endParaRPr lang="en-GB"/>
          </a:p>
        </p:txBody>
      </p:sp>
      <p:sp>
        <p:nvSpPr>
          <p:cNvPr id="5" name="Tijdelijke aanduiding voor tekst 4">
            <a:extLst>
              <a:ext uri="{FF2B5EF4-FFF2-40B4-BE49-F238E27FC236}">
                <a16:creationId xmlns:a16="http://schemas.microsoft.com/office/drawing/2014/main" id="{BF1329CB-FA5D-45B5-AA42-AC585215A184}"/>
              </a:ext>
            </a:extLst>
          </p:cNvPr>
          <p:cNvSpPr>
            <a:spLocks noGrp="1"/>
          </p:cNvSpPr>
          <p:nvPr>
            <p:ph type="body" sz="quarter" idx="10" hasCustomPrompt="1"/>
          </p:nvPr>
        </p:nvSpPr>
        <p:spPr>
          <a:xfrm>
            <a:off x="628650" y="1925638"/>
            <a:ext cx="3943350" cy="4259262"/>
          </a:xfrm>
        </p:spPr>
        <p:txBody>
          <a:bodyPr>
            <a:normAutofit/>
          </a:bodyPr>
          <a:lstStyle>
            <a:lvl1pPr marL="0" indent="0">
              <a:spcBef>
                <a:spcPts val="750"/>
              </a:spcBef>
              <a:buFont typeface="Arial" panose="020B0604020202020204" pitchFamily="34" charset="0"/>
              <a:buNone/>
              <a:defRPr sz="2000"/>
            </a:lvl1pPr>
          </a:lstStyle>
          <a:p>
            <a:pPr lvl="0"/>
            <a:r>
              <a:rPr lang="nl-NL" dirty="0"/>
              <a:t>Voorbeeldtekst</a:t>
            </a:r>
          </a:p>
        </p:txBody>
      </p:sp>
      <p:sp>
        <p:nvSpPr>
          <p:cNvPr id="7" name="Titel 6">
            <a:extLst>
              <a:ext uri="{FF2B5EF4-FFF2-40B4-BE49-F238E27FC236}">
                <a16:creationId xmlns:a16="http://schemas.microsoft.com/office/drawing/2014/main" id="{70688633-6D41-064D-B005-BBA9338D0D94}"/>
              </a:ext>
            </a:extLst>
          </p:cNvPr>
          <p:cNvSpPr>
            <a:spLocks noGrp="1"/>
          </p:cNvSpPr>
          <p:nvPr>
            <p:ph type="title" hasCustomPrompt="1"/>
          </p:nvPr>
        </p:nvSpPr>
        <p:spPr>
          <a:xfrm>
            <a:off x="628650" y="365129"/>
            <a:ext cx="7886700" cy="1325563"/>
          </a:xfrm>
        </p:spPr>
        <p:txBody>
          <a:bodyPr anchor="b">
            <a:normAutofit/>
          </a:bodyPr>
          <a:lstStyle>
            <a:lvl1pPr>
              <a:defRPr sz="3200">
                <a:solidFill>
                  <a:srgbClr val="E50056"/>
                </a:solidFill>
              </a:defRPr>
            </a:lvl1pPr>
          </a:lstStyle>
          <a:p>
            <a:r>
              <a:rPr lang="nl-NL" dirty="0"/>
              <a:t>VOORBEELD VAN EEN ONDERWERP</a:t>
            </a:r>
          </a:p>
        </p:txBody>
      </p:sp>
    </p:spTree>
    <p:extLst>
      <p:ext uri="{BB962C8B-B14F-4D97-AF65-F5344CB8AC3E}">
        <p14:creationId xmlns:p14="http://schemas.microsoft.com/office/powerpoint/2010/main" val="3351361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ubbele Titel en Tekst">
    <p:spTree>
      <p:nvGrpSpPr>
        <p:cNvPr id="1" name=""/>
        <p:cNvGrpSpPr/>
        <p:nvPr/>
      </p:nvGrpSpPr>
      <p:grpSpPr>
        <a:xfrm>
          <a:off x="0" y="0"/>
          <a:ext cx="0" cy="0"/>
          <a:chOff x="0" y="0"/>
          <a:chExt cx="0" cy="0"/>
        </a:xfrm>
      </p:grpSpPr>
      <p:sp>
        <p:nvSpPr>
          <p:cNvPr id="9" name="Tijdelijke aanduiding voor tekst 4">
            <a:extLst>
              <a:ext uri="{FF2B5EF4-FFF2-40B4-BE49-F238E27FC236}">
                <a16:creationId xmlns:a16="http://schemas.microsoft.com/office/drawing/2014/main" id="{4B8653B3-70AE-4E3E-9A4D-3EAF4B4F4A9E}"/>
              </a:ext>
            </a:extLst>
          </p:cNvPr>
          <p:cNvSpPr>
            <a:spLocks noGrp="1"/>
          </p:cNvSpPr>
          <p:nvPr>
            <p:ph type="body" sz="quarter" idx="15" hasCustomPrompt="1"/>
          </p:nvPr>
        </p:nvSpPr>
        <p:spPr>
          <a:xfrm>
            <a:off x="4914900" y="1778434"/>
            <a:ext cx="3600450" cy="413103"/>
          </a:xfrm>
        </p:spPr>
        <p:txBody>
          <a:bodyPr anchor="ctr">
            <a:normAutofit/>
          </a:bodyPr>
          <a:lstStyle>
            <a:lvl1pPr marL="0" indent="0">
              <a:buNone/>
              <a:defRPr sz="1600" b="1"/>
            </a:lvl1pPr>
          </a:lstStyle>
          <a:p>
            <a:pPr lvl="0"/>
            <a:r>
              <a:rPr lang="nl-NL" dirty="0"/>
              <a:t>Klik om een tekst toe te voegen</a:t>
            </a:r>
            <a:endParaRPr lang="en-GB" dirty="0"/>
          </a:p>
        </p:txBody>
      </p:sp>
      <p:sp>
        <p:nvSpPr>
          <p:cNvPr id="10" name="Tijdelijke aanduiding voor tekst 4">
            <a:extLst>
              <a:ext uri="{FF2B5EF4-FFF2-40B4-BE49-F238E27FC236}">
                <a16:creationId xmlns:a16="http://schemas.microsoft.com/office/drawing/2014/main" id="{60C7571E-BBB1-4DDF-9329-A0C028CAE8FB}"/>
              </a:ext>
            </a:extLst>
          </p:cNvPr>
          <p:cNvSpPr>
            <a:spLocks noGrp="1"/>
          </p:cNvSpPr>
          <p:nvPr>
            <p:ph type="body" sz="quarter" idx="16" hasCustomPrompt="1"/>
          </p:nvPr>
        </p:nvSpPr>
        <p:spPr>
          <a:xfrm>
            <a:off x="628650" y="1778434"/>
            <a:ext cx="3600450" cy="413103"/>
          </a:xfrm>
        </p:spPr>
        <p:txBody>
          <a:bodyPr anchor="ctr">
            <a:normAutofit/>
          </a:bodyPr>
          <a:lstStyle>
            <a:lvl1pPr marL="0" indent="0">
              <a:buNone/>
              <a:defRPr sz="1600" b="1"/>
            </a:lvl1pPr>
          </a:lstStyle>
          <a:p>
            <a:pPr lvl="0"/>
            <a:r>
              <a:rPr lang="nl-NL" dirty="0"/>
              <a:t>Klik om een tekst toe te voegen</a:t>
            </a:r>
            <a:endParaRPr lang="en-GB" dirty="0"/>
          </a:p>
        </p:txBody>
      </p:sp>
      <p:sp>
        <p:nvSpPr>
          <p:cNvPr id="7" name="Tijdelijke aanduiding voor tekst 4">
            <a:extLst>
              <a:ext uri="{FF2B5EF4-FFF2-40B4-BE49-F238E27FC236}">
                <a16:creationId xmlns:a16="http://schemas.microsoft.com/office/drawing/2014/main" id="{CE54818A-2359-4656-8BAE-BA7A617F3185}"/>
              </a:ext>
            </a:extLst>
          </p:cNvPr>
          <p:cNvSpPr>
            <a:spLocks noGrp="1"/>
          </p:cNvSpPr>
          <p:nvPr>
            <p:ph type="body" sz="quarter" idx="10" hasCustomPrompt="1"/>
          </p:nvPr>
        </p:nvSpPr>
        <p:spPr>
          <a:xfrm>
            <a:off x="628650" y="2279280"/>
            <a:ext cx="3600450" cy="3905622"/>
          </a:xfrm>
        </p:spPr>
        <p:txBody>
          <a:bodyPr>
            <a:normAutofit/>
          </a:bodyPr>
          <a:lstStyle>
            <a:lvl1pPr marL="0" indent="0">
              <a:spcBef>
                <a:spcPts val="750"/>
              </a:spcBef>
              <a:buFont typeface="Arial" panose="020B0604020202020204" pitchFamily="34" charset="0"/>
              <a:buNone/>
              <a:defRPr sz="2000"/>
            </a:lvl1pPr>
          </a:lstStyle>
          <a:p>
            <a:pPr lvl="0"/>
            <a:r>
              <a:rPr lang="nl-NL" dirty="0"/>
              <a:t>Voorbeeldtekst</a:t>
            </a:r>
          </a:p>
        </p:txBody>
      </p:sp>
      <p:sp>
        <p:nvSpPr>
          <p:cNvPr id="11" name="Tijdelijke aanduiding voor tekst 4">
            <a:extLst>
              <a:ext uri="{FF2B5EF4-FFF2-40B4-BE49-F238E27FC236}">
                <a16:creationId xmlns:a16="http://schemas.microsoft.com/office/drawing/2014/main" id="{750B259D-85C8-43A7-A164-0E5FF89B8B8E}"/>
              </a:ext>
            </a:extLst>
          </p:cNvPr>
          <p:cNvSpPr>
            <a:spLocks noGrp="1"/>
          </p:cNvSpPr>
          <p:nvPr>
            <p:ph type="body" sz="quarter" idx="17" hasCustomPrompt="1"/>
          </p:nvPr>
        </p:nvSpPr>
        <p:spPr>
          <a:xfrm>
            <a:off x="4914900" y="2279280"/>
            <a:ext cx="3600450" cy="3905622"/>
          </a:xfrm>
        </p:spPr>
        <p:txBody>
          <a:bodyPr>
            <a:normAutofit/>
          </a:bodyPr>
          <a:lstStyle>
            <a:lvl1pPr marL="0" indent="0">
              <a:spcBef>
                <a:spcPts val="750"/>
              </a:spcBef>
              <a:buFont typeface="Arial" panose="020B0604020202020204" pitchFamily="34" charset="0"/>
              <a:buNone/>
              <a:defRPr sz="2000"/>
            </a:lvl1pPr>
          </a:lstStyle>
          <a:p>
            <a:pPr lvl="0"/>
            <a:r>
              <a:rPr lang="nl-NL" dirty="0"/>
              <a:t>Voorbeeldtekst</a:t>
            </a:r>
          </a:p>
        </p:txBody>
      </p:sp>
      <p:sp>
        <p:nvSpPr>
          <p:cNvPr id="8" name="Titel 6">
            <a:extLst>
              <a:ext uri="{FF2B5EF4-FFF2-40B4-BE49-F238E27FC236}">
                <a16:creationId xmlns:a16="http://schemas.microsoft.com/office/drawing/2014/main" id="{AB6897B6-1B30-8840-AEF5-653E3015C372}"/>
              </a:ext>
            </a:extLst>
          </p:cNvPr>
          <p:cNvSpPr>
            <a:spLocks noGrp="1"/>
          </p:cNvSpPr>
          <p:nvPr>
            <p:ph type="title" hasCustomPrompt="1"/>
          </p:nvPr>
        </p:nvSpPr>
        <p:spPr>
          <a:xfrm>
            <a:off x="628650" y="365129"/>
            <a:ext cx="7886700" cy="1325563"/>
          </a:xfrm>
        </p:spPr>
        <p:txBody>
          <a:bodyPr anchor="b">
            <a:normAutofit/>
          </a:bodyPr>
          <a:lstStyle>
            <a:lvl1pPr>
              <a:defRPr sz="3200">
                <a:solidFill>
                  <a:srgbClr val="E50056"/>
                </a:solidFill>
              </a:defRPr>
            </a:lvl1pPr>
          </a:lstStyle>
          <a:p>
            <a:r>
              <a:rPr lang="nl-NL" dirty="0"/>
              <a:t>VOORBEELD VAN EEN ONDERWERP</a:t>
            </a:r>
          </a:p>
        </p:txBody>
      </p:sp>
    </p:spTree>
    <p:extLst>
      <p:ext uri="{BB962C8B-B14F-4D97-AF65-F5344CB8AC3E}">
        <p14:creationId xmlns:p14="http://schemas.microsoft.com/office/powerpoint/2010/main" val="281301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ergelijking">
    <p:spTree>
      <p:nvGrpSpPr>
        <p:cNvPr id="1" name=""/>
        <p:cNvGrpSpPr/>
        <p:nvPr/>
      </p:nvGrpSpPr>
      <p:grpSpPr>
        <a:xfrm>
          <a:off x="0" y="0"/>
          <a:ext cx="0" cy="0"/>
          <a:chOff x="0" y="0"/>
          <a:chExt cx="0" cy="0"/>
        </a:xfrm>
      </p:grpSpPr>
      <p:sp>
        <p:nvSpPr>
          <p:cNvPr id="13" name="Rechthoek">
            <a:extLst>
              <a:ext uri="{FF2B5EF4-FFF2-40B4-BE49-F238E27FC236}">
                <a16:creationId xmlns:a16="http://schemas.microsoft.com/office/drawing/2014/main" id="{2F35E840-7D0C-489A-B88C-9B5B6A358F43}"/>
              </a:ext>
            </a:extLst>
          </p:cNvPr>
          <p:cNvSpPr/>
          <p:nvPr/>
        </p:nvSpPr>
        <p:spPr>
          <a:xfrm>
            <a:off x="2362200" y="733425"/>
            <a:ext cx="4419600" cy="5391150"/>
          </a:xfrm>
          <a:prstGeom prst="rect">
            <a:avLst/>
          </a:prstGeom>
          <a:solidFill>
            <a:srgbClr val="000000"/>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2400"/>
          </a:p>
        </p:txBody>
      </p:sp>
      <p:pic>
        <p:nvPicPr>
          <p:cNvPr id="14" name="Afbeelding 2">
            <a:extLst>
              <a:ext uri="{FF2B5EF4-FFF2-40B4-BE49-F238E27FC236}">
                <a16:creationId xmlns:a16="http://schemas.microsoft.com/office/drawing/2014/main" id="{FFDA8079-95BD-45E3-8313-ABF6A59ED207}"/>
              </a:ext>
            </a:extLst>
          </p:cNvPr>
          <p:cNvPicPr>
            <a:picLocks noChangeAspect="1"/>
          </p:cNvPicPr>
          <p:nvPr/>
        </p:nvPicPr>
        <p:blipFill>
          <a:blip r:embed="rId2"/>
          <a:stretch>
            <a:fillRect/>
          </a:stretch>
        </p:blipFill>
        <p:spPr>
          <a:xfrm>
            <a:off x="2730162" y="601590"/>
            <a:ext cx="355939" cy="297299"/>
          </a:xfrm>
          <a:prstGeom prst="rect">
            <a:avLst/>
          </a:prstGeom>
        </p:spPr>
      </p:pic>
      <p:sp>
        <p:nvSpPr>
          <p:cNvPr id="20" name="Tijdelijke aanduiding voor tekst 19">
            <a:extLst>
              <a:ext uri="{FF2B5EF4-FFF2-40B4-BE49-F238E27FC236}">
                <a16:creationId xmlns:a16="http://schemas.microsoft.com/office/drawing/2014/main" id="{7E150451-5081-475D-A7BF-2CE6F5C377F5}"/>
              </a:ext>
            </a:extLst>
          </p:cNvPr>
          <p:cNvSpPr>
            <a:spLocks noGrp="1"/>
          </p:cNvSpPr>
          <p:nvPr>
            <p:ph type="body" sz="quarter" idx="11" hasCustomPrompt="1"/>
          </p:nvPr>
        </p:nvSpPr>
        <p:spPr>
          <a:xfrm>
            <a:off x="2730162" y="5429601"/>
            <a:ext cx="3683000" cy="493713"/>
          </a:xfrm>
        </p:spPr>
        <p:txBody>
          <a:bodyPr anchor="b"/>
          <a:lstStyle>
            <a:lvl1pPr marL="0" indent="0">
              <a:buNone/>
              <a:defRPr sz="1800">
                <a:solidFill>
                  <a:schemeClr val="bg1"/>
                </a:solidFill>
              </a:defRPr>
            </a:lvl1pPr>
          </a:lstStyle>
          <a:p>
            <a:pPr lvl="0"/>
            <a:r>
              <a:rPr lang="nl-NL" dirty="0"/>
              <a:t>NAAM</a:t>
            </a:r>
            <a:endParaRPr lang="en-GB" dirty="0"/>
          </a:p>
        </p:txBody>
      </p:sp>
      <p:sp>
        <p:nvSpPr>
          <p:cNvPr id="3" name="Tijdelijke aanduiding voor tekst 2">
            <a:extLst>
              <a:ext uri="{FF2B5EF4-FFF2-40B4-BE49-F238E27FC236}">
                <a16:creationId xmlns:a16="http://schemas.microsoft.com/office/drawing/2014/main" id="{B0DA6865-FA7E-094E-A575-DAADE998A20B}"/>
              </a:ext>
            </a:extLst>
          </p:cNvPr>
          <p:cNvSpPr>
            <a:spLocks noGrp="1"/>
          </p:cNvSpPr>
          <p:nvPr>
            <p:ph type="body" sz="quarter" idx="12" hasCustomPrompt="1"/>
          </p:nvPr>
        </p:nvSpPr>
        <p:spPr>
          <a:xfrm>
            <a:off x="2730162" y="1628775"/>
            <a:ext cx="3683000" cy="3600450"/>
          </a:xfrm>
        </p:spPr>
        <p:txBody>
          <a:bodyPr>
            <a:normAutofit/>
          </a:bodyPr>
          <a:lstStyle>
            <a:lvl1pPr marL="0" indent="0">
              <a:buNone/>
              <a:defRPr sz="2800">
                <a:solidFill>
                  <a:schemeClr val="bg1"/>
                </a:solidFill>
              </a:defRPr>
            </a:lvl1pPr>
          </a:lstStyle>
          <a:p>
            <a:r>
              <a:rPr lang="nl-NL" dirty="0"/>
              <a:t>‘QUOTE’</a:t>
            </a:r>
          </a:p>
        </p:txBody>
      </p:sp>
    </p:spTree>
    <p:extLst>
      <p:ext uri="{BB962C8B-B14F-4D97-AF65-F5344CB8AC3E}">
        <p14:creationId xmlns:p14="http://schemas.microsoft.com/office/powerpoint/2010/main" val="2967552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D6486190-F1D1-43BB-B712-AB7BE1C184AD}"/>
              </a:ext>
            </a:extLst>
          </p:cNvPr>
          <p:cNvSpPr>
            <a:spLocks noGrp="1"/>
          </p:cNvSpPr>
          <p:nvPr>
            <p:ph type="title"/>
          </p:nvPr>
        </p:nvSpPr>
        <p:spPr>
          <a:xfrm>
            <a:off x="628650" y="365129"/>
            <a:ext cx="7886700" cy="1325563"/>
          </a:xfrm>
          <a:prstGeom prst="rect">
            <a:avLst/>
          </a:prstGeom>
        </p:spPr>
        <p:txBody>
          <a:bodyPr vert="horz" lIns="91440" tIns="45720" rIns="91440" bIns="45720" rtlCol="0" anchor="b">
            <a:normAutofit/>
          </a:bodyPr>
          <a:lstStyle/>
          <a:p>
            <a:r>
              <a:rPr lang="nl-NL" dirty="0"/>
              <a:t>KLIK OM STIJL TE BEWERKEN</a:t>
            </a:r>
            <a:endParaRPr lang="en-GB" dirty="0"/>
          </a:p>
        </p:txBody>
      </p:sp>
      <p:sp>
        <p:nvSpPr>
          <p:cNvPr id="3" name="Tijdelijke aanduiding voor tekst 2">
            <a:extLst>
              <a:ext uri="{FF2B5EF4-FFF2-40B4-BE49-F238E27FC236}">
                <a16:creationId xmlns:a16="http://schemas.microsoft.com/office/drawing/2014/main" id="{6BC46703-C372-4CCF-BBDB-349EF159E789}"/>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nl-NL" dirty="0"/>
              <a:t>Tekststijl van het model bewerken</a:t>
            </a:r>
          </a:p>
          <a:p>
            <a:pPr lvl="1"/>
            <a:r>
              <a:rPr lang="nl-NL" dirty="0"/>
              <a:t>Tweede niveau</a:t>
            </a:r>
          </a:p>
          <a:p>
            <a:pPr lvl="2"/>
            <a:r>
              <a:rPr lang="nl-NL" dirty="0"/>
              <a:t>Derde niveau</a:t>
            </a:r>
          </a:p>
          <a:p>
            <a:pPr lvl="3"/>
            <a:r>
              <a:rPr lang="nl-NL" dirty="0"/>
              <a:t>Vierde niveau</a:t>
            </a:r>
          </a:p>
          <a:p>
            <a:pPr lvl="4"/>
            <a:r>
              <a:rPr lang="nl-NL" dirty="0"/>
              <a:t>Vijfde niveau</a:t>
            </a:r>
            <a:endParaRPr lang="en-GB" dirty="0"/>
          </a:p>
        </p:txBody>
      </p:sp>
      <p:pic>
        <p:nvPicPr>
          <p:cNvPr id="8" name="Afbeelding 7">
            <a:extLst>
              <a:ext uri="{FF2B5EF4-FFF2-40B4-BE49-F238E27FC236}">
                <a16:creationId xmlns:a16="http://schemas.microsoft.com/office/drawing/2014/main" id="{D2936B9B-9586-48DE-B845-C54BC129D8B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149807" y="6227764"/>
            <a:ext cx="1359194" cy="588915"/>
          </a:xfrm>
          <a:prstGeom prst="rect">
            <a:avLst/>
          </a:prstGeom>
        </p:spPr>
      </p:pic>
    </p:spTree>
    <p:extLst>
      <p:ext uri="{BB962C8B-B14F-4D97-AF65-F5344CB8AC3E}">
        <p14:creationId xmlns:p14="http://schemas.microsoft.com/office/powerpoint/2010/main" val="14963746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l" defTabSz="514337" rtl="0" eaLnBrk="1" latinLnBrk="0" hangingPunct="1">
        <a:lnSpc>
          <a:spcPct val="90000"/>
        </a:lnSpc>
        <a:spcBef>
          <a:spcPct val="0"/>
        </a:spcBef>
        <a:buNone/>
        <a:defRPr lang="nl-NL" sz="3200" b="0" kern="1200" baseline="0" dirty="0">
          <a:solidFill>
            <a:srgbClr val="E50056"/>
          </a:solidFill>
          <a:latin typeface="Avenir Next Condensed" panose="020B0506020202020204" pitchFamily="34" charset="0"/>
          <a:ea typeface="+mj-ea"/>
          <a:cs typeface="Arial" panose="020B0604020202020204" pitchFamily="34" charset="0"/>
          <a:sym typeface="Avenir Next Condensed Demi Bold"/>
        </a:defRPr>
      </a:lvl1pPr>
    </p:titleStyle>
    <p:bodyStyle>
      <a:lvl1pPr marL="128585" indent="-128585" algn="l" defTabSz="514337" rtl="0" eaLnBrk="1" latinLnBrk="0" hangingPunct="1">
        <a:lnSpc>
          <a:spcPct val="80000"/>
        </a:lnSpc>
        <a:spcBef>
          <a:spcPts val="563"/>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385753" indent="-128585" algn="l" defTabSz="514337" rtl="0" eaLnBrk="1" latinLnBrk="0" hangingPunct="1">
        <a:lnSpc>
          <a:spcPct val="80000"/>
        </a:lnSpc>
        <a:spcBef>
          <a:spcPts val="281"/>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642921" indent="-128585" algn="l" defTabSz="514337" rtl="0" eaLnBrk="1" latinLnBrk="0" hangingPunct="1">
        <a:lnSpc>
          <a:spcPct val="80000"/>
        </a:lnSpc>
        <a:spcBef>
          <a:spcPts val="281"/>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900090" indent="-128585" algn="l" defTabSz="514337" rtl="0" eaLnBrk="1" latinLnBrk="0" hangingPunct="1">
        <a:lnSpc>
          <a:spcPct val="80000"/>
        </a:lnSpc>
        <a:spcBef>
          <a:spcPts val="281"/>
        </a:spcBef>
        <a:buFont typeface="Arial" panose="020B0604020202020204" pitchFamily="34" charset="0"/>
        <a:buChar char="•"/>
        <a:defRPr sz="1100" kern="1200">
          <a:solidFill>
            <a:schemeClr val="tx1"/>
          </a:solidFill>
          <a:latin typeface="Arial" panose="020B0604020202020204" pitchFamily="34" charset="0"/>
          <a:ea typeface="+mn-ea"/>
          <a:cs typeface="Arial" panose="020B0604020202020204" pitchFamily="34" charset="0"/>
        </a:defRPr>
      </a:lvl4pPr>
      <a:lvl5pPr marL="1157259" indent="-128585" algn="l" defTabSz="514337" rtl="0" eaLnBrk="1" latinLnBrk="0" hangingPunct="1">
        <a:lnSpc>
          <a:spcPct val="80000"/>
        </a:lnSpc>
        <a:spcBef>
          <a:spcPts val="281"/>
        </a:spcBef>
        <a:buFont typeface="Arial" panose="020B0604020202020204" pitchFamily="34" charset="0"/>
        <a:buChar char="•"/>
        <a:defRPr sz="1100" kern="1200">
          <a:solidFill>
            <a:schemeClr val="tx1"/>
          </a:solidFill>
          <a:latin typeface="Arial" panose="020B0604020202020204" pitchFamily="34" charset="0"/>
          <a:ea typeface="+mn-ea"/>
          <a:cs typeface="Arial" panose="020B0604020202020204" pitchFamily="34" charset="0"/>
        </a:defRPr>
      </a:lvl5pPr>
      <a:lvl6pPr marL="1414427" indent="-128585" algn="l" defTabSz="514337"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596" indent="-128585" algn="l" defTabSz="514337"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765" indent="-128585" algn="l" defTabSz="514337"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33" indent="-128585" algn="l" defTabSz="514337"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37" rtl="0" eaLnBrk="1" latinLnBrk="0" hangingPunct="1">
        <a:defRPr sz="1013" kern="1200">
          <a:solidFill>
            <a:schemeClr val="tx1"/>
          </a:solidFill>
          <a:latin typeface="+mn-lt"/>
          <a:ea typeface="+mn-ea"/>
          <a:cs typeface="+mn-cs"/>
        </a:defRPr>
      </a:lvl1pPr>
      <a:lvl2pPr marL="257169" algn="l" defTabSz="514337" rtl="0" eaLnBrk="1" latinLnBrk="0" hangingPunct="1">
        <a:defRPr sz="1013" kern="1200">
          <a:solidFill>
            <a:schemeClr val="tx1"/>
          </a:solidFill>
          <a:latin typeface="+mn-lt"/>
          <a:ea typeface="+mn-ea"/>
          <a:cs typeface="+mn-cs"/>
        </a:defRPr>
      </a:lvl2pPr>
      <a:lvl3pPr marL="514337" algn="l" defTabSz="514337" rtl="0" eaLnBrk="1" latinLnBrk="0" hangingPunct="1">
        <a:defRPr sz="1013" kern="1200">
          <a:solidFill>
            <a:schemeClr val="tx1"/>
          </a:solidFill>
          <a:latin typeface="+mn-lt"/>
          <a:ea typeface="+mn-ea"/>
          <a:cs typeface="+mn-cs"/>
        </a:defRPr>
      </a:lvl3pPr>
      <a:lvl4pPr marL="771506" algn="l" defTabSz="514337" rtl="0" eaLnBrk="1" latinLnBrk="0" hangingPunct="1">
        <a:defRPr sz="1013" kern="1200">
          <a:solidFill>
            <a:schemeClr val="tx1"/>
          </a:solidFill>
          <a:latin typeface="+mn-lt"/>
          <a:ea typeface="+mn-ea"/>
          <a:cs typeface="+mn-cs"/>
        </a:defRPr>
      </a:lvl4pPr>
      <a:lvl5pPr marL="1028675" algn="l" defTabSz="514337" rtl="0" eaLnBrk="1" latinLnBrk="0" hangingPunct="1">
        <a:defRPr sz="1013" kern="1200">
          <a:solidFill>
            <a:schemeClr val="tx1"/>
          </a:solidFill>
          <a:latin typeface="+mn-lt"/>
          <a:ea typeface="+mn-ea"/>
          <a:cs typeface="+mn-cs"/>
        </a:defRPr>
      </a:lvl5pPr>
      <a:lvl6pPr marL="1285843" algn="l" defTabSz="514337" rtl="0" eaLnBrk="1" latinLnBrk="0" hangingPunct="1">
        <a:defRPr sz="1013" kern="1200">
          <a:solidFill>
            <a:schemeClr val="tx1"/>
          </a:solidFill>
          <a:latin typeface="+mn-lt"/>
          <a:ea typeface="+mn-ea"/>
          <a:cs typeface="+mn-cs"/>
        </a:defRPr>
      </a:lvl6pPr>
      <a:lvl7pPr marL="1543011" algn="l" defTabSz="514337" rtl="0" eaLnBrk="1" latinLnBrk="0" hangingPunct="1">
        <a:defRPr sz="1013" kern="1200">
          <a:solidFill>
            <a:schemeClr val="tx1"/>
          </a:solidFill>
          <a:latin typeface="+mn-lt"/>
          <a:ea typeface="+mn-ea"/>
          <a:cs typeface="+mn-cs"/>
        </a:defRPr>
      </a:lvl7pPr>
      <a:lvl8pPr marL="1800180" algn="l" defTabSz="514337" rtl="0" eaLnBrk="1" latinLnBrk="0" hangingPunct="1">
        <a:defRPr sz="1013" kern="1200">
          <a:solidFill>
            <a:schemeClr val="tx1"/>
          </a:solidFill>
          <a:latin typeface="+mn-lt"/>
          <a:ea typeface="+mn-ea"/>
          <a:cs typeface="+mn-cs"/>
        </a:defRPr>
      </a:lvl8pPr>
      <a:lvl9pPr marL="2057349" algn="l" defTabSz="514337"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body" sz="quarter" idx="13"/>
          </p:nvPr>
        </p:nvSpPr>
        <p:spPr/>
        <p:txBody>
          <a:bodyPr/>
          <a:lstStyle/>
          <a:p>
            <a:r>
              <a:rPr lang="en-US" noProof="1"/>
              <a:t>NEURAL NETWORK DEMO</a:t>
            </a:r>
          </a:p>
        </p:txBody>
      </p:sp>
      <p:sp>
        <p:nvSpPr>
          <p:cNvPr id="5" name="TextBox 4"/>
          <p:cNvSpPr txBox="1">
            <a:spLocks noGrp="1"/>
          </p:cNvSpPr>
          <p:nvPr>
            <p:ph type="body" sz="quarter" idx="11"/>
          </p:nvPr>
        </p:nvSpPr>
        <p:spPr>
          <a:xfrm>
            <a:off x="669926" y="5095875"/>
            <a:ext cx="7839075" cy="276999"/>
          </a:xfrm>
          <a:prstGeom prst="rect">
            <a:avLst/>
          </a:prstGeom>
          <a:noFill/>
        </p:spPr>
        <p:txBody>
          <a:bodyPr wrap="square" rtlCol="0">
            <a:spAutoFit/>
          </a:bodyPr>
          <a:lstStyle/>
          <a:p>
            <a:pPr>
              <a:lnSpc>
                <a:spcPct val="100000"/>
              </a:lnSpc>
            </a:pPr>
            <a:r>
              <a:rPr lang="en-US" sz="1200" noProof="1">
                <a:latin typeface="Arial" panose="020B0604020202020204" pitchFamily="34" charset="0"/>
                <a:cs typeface="Arial" panose="020B0604020202020204" pitchFamily="34" charset="0"/>
              </a:rPr>
              <a:t>Ondertitel indien nodig</a:t>
            </a:r>
          </a:p>
        </p:txBody>
      </p:sp>
    </p:spTree>
    <p:extLst>
      <p:ext uri="{BB962C8B-B14F-4D97-AF65-F5344CB8AC3E}">
        <p14:creationId xmlns:p14="http://schemas.microsoft.com/office/powerpoint/2010/main" val="2148713317"/>
      </p:ext>
    </p:extLst>
  </p:cSld>
  <p:clrMapOvr>
    <a:masterClrMapping/>
  </p:clrMapOvr>
  <mc:AlternateContent xmlns:mc="http://schemas.openxmlformats.org/markup-compatibility/2006" xmlns:p14="http://schemas.microsoft.com/office/powerpoint/2010/main">
    <mc:Choice Requires="p14">
      <p:transition spd="slow" p14:dur="2000" advTm="8634"/>
    </mc:Choice>
    <mc:Fallback xmlns="">
      <p:transition spd="slow" advTm="863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en-US" noProof="1"/>
              <a:t>In this presentation</a:t>
            </a:r>
          </a:p>
        </p:txBody>
      </p:sp>
      <p:sp>
        <p:nvSpPr>
          <p:cNvPr id="5" name="Tijdelijke aanduiding voor inhoud 4"/>
          <p:cNvSpPr>
            <a:spLocks noGrp="1"/>
          </p:cNvSpPr>
          <p:nvPr>
            <p:ph type="body" sz="quarter" idx="10"/>
          </p:nvPr>
        </p:nvSpPr>
        <p:spPr/>
        <p:txBody>
          <a:bodyPr/>
          <a:lstStyle/>
          <a:p>
            <a:pPr marL="342900" indent="-342900">
              <a:lnSpc>
                <a:spcPct val="100000"/>
              </a:lnSpc>
              <a:buFont typeface="Arial" panose="020B0604020202020204" pitchFamily="34" charset="0"/>
              <a:buChar char="•"/>
            </a:pPr>
            <a:r>
              <a:rPr lang="en-US" b="1" noProof="1"/>
              <a:t>Building a neural network and training it</a:t>
            </a:r>
          </a:p>
          <a:p>
            <a:pPr marL="728653" lvl="1" indent="-342900">
              <a:lnSpc>
                <a:spcPct val="100000"/>
              </a:lnSpc>
            </a:pPr>
            <a:r>
              <a:rPr lang="en-US" b="1" noProof="1"/>
              <a:t>Start with a linear model</a:t>
            </a:r>
          </a:p>
          <a:p>
            <a:pPr marL="728653" lvl="1" indent="-342900">
              <a:lnSpc>
                <a:spcPct val="100000"/>
              </a:lnSpc>
            </a:pPr>
            <a:r>
              <a:rPr lang="en-US" b="1" noProof="1"/>
              <a:t>Spread it out amongst multiple “neurons”</a:t>
            </a:r>
          </a:p>
          <a:p>
            <a:pPr marL="728653" lvl="1" indent="-342900">
              <a:lnSpc>
                <a:spcPct val="100000"/>
              </a:lnSpc>
            </a:pPr>
            <a:r>
              <a:rPr lang="en-US" b="1" noProof="1"/>
              <a:t>Add an activation function</a:t>
            </a:r>
          </a:p>
          <a:p>
            <a:pPr>
              <a:lnSpc>
                <a:spcPct val="100000"/>
              </a:lnSpc>
            </a:pPr>
            <a:endParaRPr lang="en-US" noProof="1"/>
          </a:p>
          <a:p>
            <a:pPr marL="342900" indent="-342900">
              <a:lnSpc>
                <a:spcPct val="100000"/>
              </a:lnSpc>
              <a:buFont typeface="Arial" panose="020B0604020202020204" pitchFamily="34" charset="0"/>
              <a:buChar char="•"/>
            </a:pPr>
            <a:endParaRPr lang="en-US" noProof="1"/>
          </a:p>
        </p:txBody>
      </p:sp>
    </p:spTree>
    <p:extLst>
      <p:ext uri="{BB962C8B-B14F-4D97-AF65-F5344CB8AC3E}">
        <p14:creationId xmlns:p14="http://schemas.microsoft.com/office/powerpoint/2010/main" val="2040168929"/>
      </p:ext>
    </p:extLst>
  </p:cSld>
  <p:clrMapOvr>
    <a:masterClrMapping/>
  </p:clrMapOvr>
  <mc:AlternateContent xmlns:mc="http://schemas.openxmlformats.org/markup-compatibility/2006" xmlns:p14="http://schemas.microsoft.com/office/powerpoint/2010/main">
    <mc:Choice Requires="p14">
      <p:transition spd="slow" p14:dur="2000" advTm="4519"/>
    </mc:Choice>
    <mc:Fallback xmlns="">
      <p:transition spd="slow" advTm="451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Afbeelding 3">
            <a:extLst>
              <a:ext uri="{FF2B5EF4-FFF2-40B4-BE49-F238E27FC236}">
                <a16:creationId xmlns:a16="http://schemas.microsoft.com/office/drawing/2014/main" id="{7F07135A-307E-5377-F777-0E0234DE6455}"/>
              </a:ext>
            </a:extLst>
          </p:cNvPr>
          <p:cNvPicPr>
            <a:picLocks noChangeAspect="1"/>
          </p:cNvPicPr>
          <p:nvPr/>
        </p:nvPicPr>
        <p:blipFill>
          <a:blip r:embed="rId2"/>
          <a:stretch>
            <a:fillRect/>
          </a:stretch>
        </p:blipFill>
        <p:spPr>
          <a:xfrm>
            <a:off x="2911365" y="3636578"/>
            <a:ext cx="3063097" cy="2548321"/>
          </a:xfrm>
          <a:prstGeom prst="rect">
            <a:avLst/>
          </a:prstGeom>
        </p:spPr>
      </p:pic>
      <mc:AlternateContent xmlns:mc="http://schemas.openxmlformats.org/markup-compatibility/2006">
        <mc:Choice xmlns:a14="http://schemas.microsoft.com/office/drawing/2010/main" Requires="a14">
          <p:sp>
            <p:nvSpPr>
              <p:cNvPr id="2" name="Tijdelijke aanduiding voor tekst 1">
                <a:extLst>
                  <a:ext uri="{FF2B5EF4-FFF2-40B4-BE49-F238E27FC236}">
                    <a16:creationId xmlns:a16="http://schemas.microsoft.com/office/drawing/2014/main" id="{B2BA8C41-095B-FC84-1A04-BC17E014A515}"/>
                  </a:ext>
                </a:extLst>
              </p:cNvPr>
              <p:cNvSpPr>
                <a:spLocks noGrp="1"/>
              </p:cNvSpPr>
              <p:nvPr>
                <p:ph type="body" sz="quarter" idx="10"/>
              </p:nvPr>
            </p:nvSpPr>
            <p:spPr/>
            <p:txBody>
              <a:bodyPr/>
              <a:lstStyle/>
              <a:p>
                <a:pPr marL="342900" indent="-342900">
                  <a:buFont typeface="Arial" panose="020B0604020202020204" pitchFamily="34" charset="0"/>
                  <a:buChar char="•"/>
                </a:pPr>
                <a:r>
                  <a:rPr lang="en-US" noProof="1"/>
                  <a:t>Two feature variables, </a:t>
                </a:r>
                <a14:m>
                  <m:oMath xmlns:m="http://schemas.openxmlformats.org/officeDocument/2006/math">
                    <m:r>
                      <a:rPr lang="en-US" b="0" i="1" noProof="1" dirty="0" smtClean="0">
                        <a:latin typeface="Cambria Math" panose="02040503050406030204" pitchFamily="18" charset="0"/>
                      </a:rPr>
                      <m:t>𝑥</m:t>
                    </m:r>
                  </m:oMath>
                </a14:m>
                <a:r>
                  <a:rPr lang="en-US" noProof="1"/>
                  <a:t> and </a:t>
                </a:r>
                <a14:m>
                  <m:oMath xmlns:m="http://schemas.openxmlformats.org/officeDocument/2006/math">
                    <m:r>
                      <a:rPr lang="en-US" b="0" i="1" noProof="1" dirty="0" smtClean="0">
                        <a:latin typeface="Cambria Math" panose="02040503050406030204" pitchFamily="18" charset="0"/>
                      </a:rPr>
                      <m:t>𝑦</m:t>
                    </m:r>
                  </m:oMath>
                </a14:m>
                <a:endParaRPr lang="en-US" noProof="1"/>
              </a:p>
              <a:p>
                <a:pPr marL="342900" indent="-342900">
                  <a:buFont typeface="Arial" panose="020B0604020202020204" pitchFamily="34" charset="0"/>
                  <a:buChar char="•"/>
                </a:pPr>
                <a:r>
                  <a:rPr lang="en-US" noProof="1"/>
                  <a:t>One output variable, </a:t>
                </a:r>
                <a14:m>
                  <m:oMath xmlns:m="http://schemas.openxmlformats.org/officeDocument/2006/math">
                    <m:r>
                      <a:rPr lang="en-US" b="0" i="1" noProof="1" dirty="0" smtClean="0">
                        <a:latin typeface="Cambria Math" panose="02040503050406030204" pitchFamily="18" charset="0"/>
                      </a:rPr>
                      <m:t>𝑧</m:t>
                    </m:r>
                  </m:oMath>
                </a14:m>
                <a:r>
                  <a:rPr lang="en-US" noProof="1"/>
                  <a:t> </a:t>
                </a:r>
              </a:p>
              <a:p>
                <a:pPr marL="342900" indent="-342900">
                  <a:buFont typeface="Arial" panose="020B0604020202020204" pitchFamily="34" charset="0"/>
                  <a:buChar char="•"/>
                </a:pPr>
                <a:r>
                  <a:rPr lang="en-US" noProof="1"/>
                  <a:t>Formula: </a:t>
                </a:r>
                <a14:m>
                  <m:oMath xmlns:m="http://schemas.openxmlformats.org/officeDocument/2006/math">
                    <m:r>
                      <a:rPr lang="en-US" b="0" i="1" noProof="1" dirty="0" smtClean="0">
                        <a:latin typeface="Cambria Math" panose="02040503050406030204" pitchFamily="18" charset="0"/>
                      </a:rPr>
                      <m:t>𝑧</m:t>
                    </m:r>
                    <m:r>
                      <a:rPr lang="en-US" b="0" i="1" noProof="1" dirty="0" smtClean="0">
                        <a:latin typeface="Cambria Math" panose="02040503050406030204" pitchFamily="18" charset="0"/>
                      </a:rPr>
                      <m:t>=</m:t>
                    </m:r>
                    <m:r>
                      <a:rPr lang="en-US" b="0" i="1" noProof="1" dirty="0" smtClean="0">
                        <a:latin typeface="Cambria Math" panose="02040503050406030204" pitchFamily="18" charset="0"/>
                      </a:rPr>
                      <m:t>𝑎𝑥</m:t>
                    </m:r>
                    <m:r>
                      <a:rPr lang="en-US" b="0" i="1" noProof="1" dirty="0" smtClean="0">
                        <a:latin typeface="Cambria Math" panose="02040503050406030204" pitchFamily="18" charset="0"/>
                      </a:rPr>
                      <m:t>+</m:t>
                    </m:r>
                    <m:r>
                      <a:rPr lang="en-US" b="0" i="1" noProof="1" dirty="0" smtClean="0">
                        <a:latin typeface="Cambria Math" panose="02040503050406030204" pitchFamily="18" charset="0"/>
                      </a:rPr>
                      <m:t>𝑏𝑦</m:t>
                    </m:r>
                    <m:r>
                      <a:rPr lang="en-US" b="0" i="1" noProof="1" dirty="0" smtClean="0">
                        <a:latin typeface="Cambria Math" panose="02040503050406030204" pitchFamily="18" charset="0"/>
                      </a:rPr>
                      <m:t> </m:t>
                    </m:r>
                  </m:oMath>
                </a14:m>
                <a:r>
                  <a:rPr lang="en-US" noProof="1"/>
                  <a:t>(ignore </a:t>
                </a:r>
                <a14:m>
                  <m:oMath xmlns:m="http://schemas.openxmlformats.org/officeDocument/2006/math">
                    <m:r>
                      <a:rPr lang="en-US" i="1" noProof="1" dirty="0" smtClean="0">
                        <a:latin typeface="Cambria Math" panose="02040503050406030204" pitchFamily="18" charset="0"/>
                      </a:rPr>
                      <m:t>+</m:t>
                    </m:r>
                    <m:r>
                      <a:rPr lang="en-US" b="0" i="1" noProof="1" dirty="0" smtClean="0">
                        <a:latin typeface="Cambria Math" panose="02040503050406030204" pitchFamily="18" charset="0"/>
                      </a:rPr>
                      <m:t>𝑐</m:t>
                    </m:r>
                  </m:oMath>
                </a14:m>
                <a:r>
                  <a:rPr lang="en-US" noProof="1"/>
                  <a:t> for now)</a:t>
                </a:r>
              </a:p>
              <a:p>
                <a:pPr marL="342900" indent="-342900">
                  <a:buFont typeface="Arial" panose="020B0604020202020204" pitchFamily="34" charset="0"/>
                  <a:buChar char="•"/>
                </a:pPr>
                <a:r>
                  <a:rPr lang="en-US" noProof="1"/>
                  <a:t>We’re looking for the values of </a:t>
                </a:r>
                <a14:m>
                  <m:oMath xmlns:m="http://schemas.openxmlformats.org/officeDocument/2006/math">
                    <m:r>
                      <a:rPr lang="en-US" b="0" i="1" noProof="1" dirty="0" smtClean="0">
                        <a:latin typeface="Cambria Math" panose="02040503050406030204" pitchFamily="18" charset="0"/>
                      </a:rPr>
                      <m:t>𝑎</m:t>
                    </m:r>
                  </m:oMath>
                </a14:m>
                <a:r>
                  <a:rPr lang="en-US" noProof="1"/>
                  <a:t> and </a:t>
                </a:r>
                <a14:m>
                  <m:oMath xmlns:m="http://schemas.openxmlformats.org/officeDocument/2006/math">
                    <m:r>
                      <a:rPr lang="en-US" i="1" noProof="1" dirty="0" smtClean="0">
                        <a:latin typeface="Cambria Math" panose="02040503050406030204" pitchFamily="18" charset="0"/>
                      </a:rPr>
                      <m:t>𝑏</m:t>
                    </m:r>
                  </m:oMath>
                </a14:m>
                <a:r>
                  <a:rPr lang="en-US" noProof="1"/>
                  <a:t>.</a:t>
                </a:r>
              </a:p>
              <a:p>
                <a:pPr marL="342900" indent="-342900">
                  <a:buFont typeface="Arial" panose="020B0604020202020204" pitchFamily="34" charset="0"/>
                  <a:buChar char="•"/>
                </a:pPr>
                <a:r>
                  <a:rPr lang="en-US" noProof="1"/>
                  <a:t>In English: how much of variable </a:t>
                </a:r>
                <a14:m>
                  <m:oMath xmlns:m="http://schemas.openxmlformats.org/officeDocument/2006/math">
                    <m:r>
                      <a:rPr lang="en-US" b="0" i="1" noProof="1" dirty="0" smtClean="0">
                        <a:latin typeface="Cambria Math" panose="02040503050406030204" pitchFamily="18" charset="0"/>
                      </a:rPr>
                      <m:t>𝑥</m:t>
                    </m:r>
                  </m:oMath>
                </a14:m>
                <a:r>
                  <a:rPr lang="en-US" noProof="1"/>
                  <a:t> do we need and how much of variable </a:t>
                </a:r>
                <a14:m>
                  <m:oMath xmlns:m="http://schemas.openxmlformats.org/officeDocument/2006/math">
                    <m:r>
                      <a:rPr lang="en-US" b="0" i="1" noProof="1" dirty="0" smtClean="0">
                        <a:latin typeface="Cambria Math" panose="02040503050406030204" pitchFamily="18" charset="0"/>
                      </a:rPr>
                      <m:t>𝑦</m:t>
                    </m:r>
                  </m:oMath>
                </a14:m>
                <a:r>
                  <a:rPr lang="en-US" noProof="1"/>
                  <a:t> to predict variable </a:t>
                </a:r>
                <a14:m>
                  <m:oMath xmlns:m="http://schemas.openxmlformats.org/officeDocument/2006/math">
                    <m:r>
                      <a:rPr lang="en-US" b="0" i="1" noProof="1" dirty="0" smtClean="0">
                        <a:latin typeface="Cambria Math" panose="02040503050406030204" pitchFamily="18" charset="0"/>
                      </a:rPr>
                      <m:t>𝑧</m:t>
                    </m:r>
                  </m:oMath>
                </a14:m>
                <a:r>
                  <a:rPr lang="en-US" noProof="1"/>
                  <a:t>?</a:t>
                </a:r>
              </a:p>
              <a:p>
                <a:pPr marL="342900" indent="-342900">
                  <a:buFont typeface="Arial" panose="020B0604020202020204" pitchFamily="34" charset="0"/>
                  <a:buChar char="•"/>
                </a:pPr>
                <a:endParaRPr lang="en-US" noProof="1"/>
              </a:p>
              <a:p>
                <a:r>
                  <a:rPr lang="en-US" noProof="1"/>
                  <a:t> </a:t>
                </a:r>
              </a:p>
            </p:txBody>
          </p:sp>
        </mc:Choice>
        <mc:Fallback>
          <p:sp>
            <p:nvSpPr>
              <p:cNvPr id="2" name="Tijdelijke aanduiding voor tekst 1">
                <a:extLst>
                  <a:ext uri="{FF2B5EF4-FFF2-40B4-BE49-F238E27FC236}">
                    <a16:creationId xmlns:a16="http://schemas.microsoft.com/office/drawing/2014/main" id="{B2BA8C41-095B-FC84-1A04-BC17E014A515}"/>
                  </a:ext>
                </a:extLst>
              </p:cNvPr>
              <p:cNvSpPr>
                <a:spLocks noGrp="1" noRot="1" noChangeAspect="1" noMove="1" noResize="1" noEditPoints="1" noAdjustHandles="1" noChangeArrowheads="1" noChangeShapeType="1" noTextEdit="1"/>
              </p:cNvSpPr>
              <p:nvPr>
                <p:ph type="body" sz="quarter" idx="10"/>
              </p:nvPr>
            </p:nvSpPr>
            <p:spPr>
              <a:blipFill>
                <a:blip r:embed="rId3"/>
                <a:stretch>
                  <a:fillRect l="-643" t="-2077" r="-322"/>
                </a:stretch>
              </a:blipFill>
            </p:spPr>
            <p:txBody>
              <a:bodyPr/>
              <a:lstStyle/>
              <a:p>
                <a:r>
                  <a:rPr lang="en-US">
                    <a:noFill/>
                  </a:rPr>
                  <a:t> </a:t>
                </a:r>
              </a:p>
            </p:txBody>
          </p:sp>
        </mc:Fallback>
      </mc:AlternateContent>
      <p:sp>
        <p:nvSpPr>
          <p:cNvPr id="3" name="Titel 2">
            <a:extLst>
              <a:ext uri="{FF2B5EF4-FFF2-40B4-BE49-F238E27FC236}">
                <a16:creationId xmlns:a16="http://schemas.microsoft.com/office/drawing/2014/main" id="{60A4E6FB-41C8-62C9-8B21-FBE5BC48C42B}"/>
              </a:ext>
            </a:extLst>
          </p:cNvPr>
          <p:cNvSpPr>
            <a:spLocks noGrp="1"/>
          </p:cNvSpPr>
          <p:nvPr>
            <p:ph type="title"/>
          </p:nvPr>
        </p:nvSpPr>
        <p:spPr/>
        <p:txBody>
          <a:bodyPr/>
          <a:lstStyle/>
          <a:p>
            <a:r>
              <a:rPr lang="en-US" noProof="1"/>
              <a:t>Situation</a:t>
            </a:r>
          </a:p>
        </p:txBody>
      </p:sp>
    </p:spTree>
    <p:extLst>
      <p:ext uri="{BB962C8B-B14F-4D97-AF65-F5344CB8AC3E}">
        <p14:creationId xmlns:p14="http://schemas.microsoft.com/office/powerpoint/2010/main" val="3185773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3BC5C017-7985-6DD7-B550-392B162E5E91}"/>
              </a:ext>
            </a:extLst>
          </p:cNvPr>
          <p:cNvSpPr>
            <a:spLocks noGrp="1"/>
          </p:cNvSpPr>
          <p:nvPr>
            <p:ph type="body" sz="quarter" idx="10"/>
          </p:nvPr>
        </p:nvSpPr>
        <p:spPr/>
        <p:txBody>
          <a:bodyPr/>
          <a:lstStyle/>
          <a:p>
            <a:endParaRPr lang="en-US" noProof="1"/>
          </a:p>
        </p:txBody>
      </p:sp>
      <p:sp>
        <p:nvSpPr>
          <p:cNvPr id="3" name="Titel 2">
            <a:extLst>
              <a:ext uri="{FF2B5EF4-FFF2-40B4-BE49-F238E27FC236}">
                <a16:creationId xmlns:a16="http://schemas.microsoft.com/office/drawing/2014/main" id="{C4E29238-331B-DD4B-718A-30453B86254B}"/>
              </a:ext>
            </a:extLst>
          </p:cNvPr>
          <p:cNvSpPr>
            <a:spLocks noGrp="1"/>
          </p:cNvSpPr>
          <p:nvPr>
            <p:ph type="title"/>
          </p:nvPr>
        </p:nvSpPr>
        <p:spPr/>
        <p:txBody>
          <a:bodyPr/>
          <a:lstStyle/>
          <a:p>
            <a:r>
              <a:rPr lang="en-US" noProof="1">
                <a:latin typeface="Arial" panose="020B0604020202020204" pitchFamily="34" charset="0"/>
              </a:rPr>
              <a:t>Training data</a:t>
            </a:r>
          </a:p>
        </p:txBody>
      </p:sp>
      <p:graphicFrame>
        <p:nvGraphicFramePr>
          <p:cNvPr id="4" name="Tabel 3">
            <a:extLst>
              <a:ext uri="{FF2B5EF4-FFF2-40B4-BE49-F238E27FC236}">
                <a16:creationId xmlns:a16="http://schemas.microsoft.com/office/drawing/2014/main" id="{5BF29D9E-35D5-3EA0-1DBF-267A1BE24007}"/>
              </a:ext>
            </a:extLst>
          </p:cNvPr>
          <p:cNvGraphicFramePr>
            <a:graphicFrameLocks noGrp="1"/>
          </p:cNvGraphicFramePr>
          <p:nvPr>
            <p:extLst>
              <p:ext uri="{D42A27DB-BD31-4B8C-83A1-F6EECF244321}">
                <p14:modId xmlns:p14="http://schemas.microsoft.com/office/powerpoint/2010/main" val="2858258093"/>
              </p:ext>
            </p:extLst>
          </p:nvPr>
        </p:nvGraphicFramePr>
        <p:xfrm>
          <a:off x="1429406" y="2994573"/>
          <a:ext cx="6096000" cy="1854200"/>
        </p:xfrm>
        <a:graphic>
          <a:graphicData uri="http://schemas.openxmlformats.org/drawingml/2006/table">
            <a:tbl>
              <a:tblPr firstRow="1" bandRow="1">
                <a:tableStyleId>{073A0DAA-6AF3-43AB-8588-CEC1D06C72B9}</a:tableStyleId>
              </a:tblPr>
              <a:tblGrid>
                <a:gridCol w="2032000">
                  <a:extLst>
                    <a:ext uri="{9D8B030D-6E8A-4147-A177-3AD203B41FA5}">
                      <a16:colId xmlns:a16="http://schemas.microsoft.com/office/drawing/2014/main" val="445844117"/>
                    </a:ext>
                  </a:extLst>
                </a:gridCol>
                <a:gridCol w="2032000">
                  <a:extLst>
                    <a:ext uri="{9D8B030D-6E8A-4147-A177-3AD203B41FA5}">
                      <a16:colId xmlns:a16="http://schemas.microsoft.com/office/drawing/2014/main" val="432039799"/>
                    </a:ext>
                  </a:extLst>
                </a:gridCol>
                <a:gridCol w="2032000">
                  <a:extLst>
                    <a:ext uri="{9D8B030D-6E8A-4147-A177-3AD203B41FA5}">
                      <a16:colId xmlns:a16="http://schemas.microsoft.com/office/drawing/2014/main" val="1304480277"/>
                    </a:ext>
                  </a:extLst>
                </a:gridCol>
              </a:tblGrid>
              <a:tr h="370840">
                <a:tc>
                  <a:txBody>
                    <a:bodyPr/>
                    <a:lstStyle/>
                    <a:p>
                      <a:r>
                        <a:rPr lang="en-US" sz="1800" noProof="1"/>
                        <a:t>x</a:t>
                      </a:r>
                      <a:endParaRPr lang="en-US" sz="1800" noProof="1">
                        <a:latin typeface="Arial" panose="020B0604020202020204" pitchFamily="34" charset="0"/>
                        <a:cs typeface="Arial" panose="020B0604020202020204" pitchFamily="34" charset="0"/>
                      </a:endParaRPr>
                    </a:p>
                  </a:txBody>
                  <a:tcPr/>
                </a:tc>
                <a:tc>
                  <a:txBody>
                    <a:bodyPr/>
                    <a:lstStyle/>
                    <a:p>
                      <a:r>
                        <a:rPr lang="en-US" sz="1800" noProof="1"/>
                        <a:t>y</a:t>
                      </a:r>
                      <a:endParaRPr lang="en-US" sz="1800" noProof="1">
                        <a:latin typeface="Arial" panose="020B0604020202020204" pitchFamily="34" charset="0"/>
                        <a:cs typeface="Arial" panose="020B0604020202020204" pitchFamily="34" charset="0"/>
                      </a:endParaRPr>
                    </a:p>
                  </a:txBody>
                  <a:tcPr/>
                </a:tc>
                <a:tc>
                  <a:txBody>
                    <a:bodyPr/>
                    <a:lstStyle/>
                    <a:p>
                      <a:r>
                        <a:rPr lang="en-US" sz="1800" noProof="1"/>
                        <a:t>z</a:t>
                      </a:r>
                      <a:endParaRPr lang="en-US" sz="1800" noProof="1">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064388773"/>
                  </a:ext>
                </a:extLst>
              </a:tr>
              <a:tr h="370840">
                <a:tc>
                  <a:txBody>
                    <a:bodyPr/>
                    <a:lstStyle/>
                    <a:p>
                      <a:r>
                        <a:rPr lang="en-US" sz="1800" noProof="1"/>
                        <a:t>1</a:t>
                      </a:r>
                      <a:endParaRPr lang="en-US" sz="1800" noProof="1">
                        <a:latin typeface="Arial" panose="020B0604020202020204" pitchFamily="34" charset="0"/>
                        <a:cs typeface="Arial" panose="020B0604020202020204" pitchFamily="34" charset="0"/>
                      </a:endParaRPr>
                    </a:p>
                  </a:txBody>
                  <a:tcPr/>
                </a:tc>
                <a:tc>
                  <a:txBody>
                    <a:bodyPr/>
                    <a:lstStyle/>
                    <a:p>
                      <a:r>
                        <a:rPr lang="en-US" sz="1800" noProof="1"/>
                        <a:t>2</a:t>
                      </a:r>
                      <a:endParaRPr lang="en-US" sz="1800" noProof="1">
                        <a:latin typeface="Arial" panose="020B0604020202020204" pitchFamily="34" charset="0"/>
                        <a:cs typeface="Arial" panose="020B0604020202020204" pitchFamily="34" charset="0"/>
                      </a:endParaRPr>
                    </a:p>
                  </a:txBody>
                  <a:tcPr/>
                </a:tc>
                <a:tc>
                  <a:txBody>
                    <a:bodyPr/>
                    <a:lstStyle/>
                    <a:p>
                      <a:r>
                        <a:rPr lang="en-US" sz="1800" noProof="1"/>
                        <a:t>8</a:t>
                      </a:r>
                      <a:endParaRPr lang="en-US" sz="1800" noProof="1">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578395027"/>
                  </a:ext>
                </a:extLst>
              </a:tr>
              <a:tr h="370840">
                <a:tc>
                  <a:txBody>
                    <a:bodyPr/>
                    <a:lstStyle/>
                    <a:p>
                      <a:r>
                        <a:rPr lang="en-US" sz="1800" noProof="1"/>
                        <a:t>2</a:t>
                      </a:r>
                      <a:endParaRPr lang="en-US" sz="1800" noProof="1">
                        <a:latin typeface="Arial" panose="020B0604020202020204" pitchFamily="34" charset="0"/>
                        <a:cs typeface="Arial" panose="020B0604020202020204" pitchFamily="34" charset="0"/>
                      </a:endParaRPr>
                    </a:p>
                  </a:txBody>
                  <a:tcPr/>
                </a:tc>
                <a:tc>
                  <a:txBody>
                    <a:bodyPr/>
                    <a:lstStyle/>
                    <a:p>
                      <a:r>
                        <a:rPr lang="en-US" sz="1800" noProof="1"/>
                        <a:t>2</a:t>
                      </a:r>
                      <a:endParaRPr lang="en-US" sz="1800" noProof="1">
                        <a:latin typeface="Arial" panose="020B0604020202020204" pitchFamily="34" charset="0"/>
                        <a:cs typeface="Arial" panose="020B0604020202020204" pitchFamily="34" charset="0"/>
                      </a:endParaRPr>
                    </a:p>
                  </a:txBody>
                  <a:tcPr/>
                </a:tc>
                <a:tc>
                  <a:txBody>
                    <a:bodyPr/>
                    <a:lstStyle/>
                    <a:p>
                      <a:r>
                        <a:rPr lang="en-US" sz="1800" noProof="1"/>
                        <a:t>10</a:t>
                      </a:r>
                      <a:endParaRPr lang="en-US" sz="1800" noProof="1">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062730676"/>
                  </a:ext>
                </a:extLst>
              </a:tr>
              <a:tr h="370840">
                <a:tc>
                  <a:txBody>
                    <a:bodyPr/>
                    <a:lstStyle/>
                    <a:p>
                      <a:r>
                        <a:rPr lang="en-US" sz="1800" noProof="1"/>
                        <a:t>3</a:t>
                      </a:r>
                      <a:endParaRPr lang="en-US" sz="1800" noProof="1">
                        <a:latin typeface="Arial" panose="020B0604020202020204" pitchFamily="34" charset="0"/>
                        <a:cs typeface="Arial" panose="020B0604020202020204" pitchFamily="34" charset="0"/>
                      </a:endParaRPr>
                    </a:p>
                  </a:txBody>
                  <a:tcPr/>
                </a:tc>
                <a:tc>
                  <a:txBody>
                    <a:bodyPr/>
                    <a:lstStyle/>
                    <a:p>
                      <a:r>
                        <a:rPr lang="en-US" sz="1800" noProof="1"/>
                        <a:t>3</a:t>
                      </a:r>
                      <a:endParaRPr lang="en-US" sz="1800" noProof="1">
                        <a:latin typeface="Arial" panose="020B0604020202020204" pitchFamily="34" charset="0"/>
                        <a:cs typeface="Arial" panose="020B0604020202020204" pitchFamily="34" charset="0"/>
                      </a:endParaRPr>
                    </a:p>
                  </a:txBody>
                  <a:tcPr/>
                </a:tc>
                <a:tc>
                  <a:txBody>
                    <a:bodyPr/>
                    <a:lstStyle/>
                    <a:p>
                      <a:r>
                        <a:rPr lang="en-US" sz="1800" noProof="1"/>
                        <a:t>15</a:t>
                      </a:r>
                      <a:endParaRPr lang="en-US" sz="1800" noProof="1">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388726292"/>
                  </a:ext>
                </a:extLst>
              </a:tr>
              <a:tr h="370840">
                <a:tc>
                  <a:txBody>
                    <a:bodyPr/>
                    <a:lstStyle/>
                    <a:p>
                      <a:r>
                        <a:rPr lang="en-US" sz="1800" noProof="1"/>
                        <a:t>3</a:t>
                      </a:r>
                      <a:endParaRPr lang="en-US" sz="1800" noProof="1">
                        <a:latin typeface="Arial" panose="020B0604020202020204" pitchFamily="34" charset="0"/>
                        <a:cs typeface="Arial" panose="020B0604020202020204" pitchFamily="34" charset="0"/>
                      </a:endParaRPr>
                    </a:p>
                  </a:txBody>
                  <a:tcPr/>
                </a:tc>
                <a:tc>
                  <a:txBody>
                    <a:bodyPr/>
                    <a:lstStyle/>
                    <a:p>
                      <a:r>
                        <a:rPr lang="en-US" sz="1800" noProof="1"/>
                        <a:t>4</a:t>
                      </a:r>
                      <a:endParaRPr lang="en-US" sz="1800" noProof="1">
                        <a:latin typeface="Arial" panose="020B0604020202020204" pitchFamily="34" charset="0"/>
                        <a:cs typeface="Arial" panose="020B0604020202020204" pitchFamily="34" charset="0"/>
                      </a:endParaRPr>
                    </a:p>
                  </a:txBody>
                  <a:tcPr/>
                </a:tc>
                <a:tc>
                  <a:txBody>
                    <a:bodyPr/>
                    <a:lstStyle/>
                    <a:p>
                      <a:r>
                        <a:rPr lang="en-US" sz="1800" noProof="1"/>
                        <a:t>18</a:t>
                      </a:r>
                      <a:endParaRPr lang="en-US" sz="1800" noProof="1">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652217402"/>
                  </a:ext>
                </a:extLst>
              </a:tr>
            </a:tbl>
          </a:graphicData>
        </a:graphic>
      </p:graphicFrame>
    </p:spTree>
    <p:extLst>
      <p:ext uri="{BB962C8B-B14F-4D97-AF65-F5344CB8AC3E}">
        <p14:creationId xmlns:p14="http://schemas.microsoft.com/office/powerpoint/2010/main" val="2978729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hthoek 23">
            <a:extLst>
              <a:ext uri="{FF2B5EF4-FFF2-40B4-BE49-F238E27FC236}">
                <a16:creationId xmlns:a16="http://schemas.microsoft.com/office/drawing/2014/main" id="{F5BFEE84-3859-2F3E-96BF-6809CF10259E}"/>
              </a:ext>
            </a:extLst>
          </p:cNvPr>
          <p:cNvSpPr/>
          <p:nvPr/>
        </p:nvSpPr>
        <p:spPr>
          <a:xfrm>
            <a:off x="3258207" y="2869324"/>
            <a:ext cx="4466896" cy="2879835"/>
          </a:xfrm>
          <a:prstGeom prst="rect">
            <a:avLst/>
          </a:prstGeom>
          <a:solidFill>
            <a:schemeClr val="accent1">
              <a:alpha val="2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2" name="Tijdelijke aanduiding voor tekst 1">
            <a:extLst>
              <a:ext uri="{FF2B5EF4-FFF2-40B4-BE49-F238E27FC236}">
                <a16:creationId xmlns:a16="http://schemas.microsoft.com/office/drawing/2014/main" id="{1DFCB53A-CA72-03BD-7243-79E793523AD3}"/>
              </a:ext>
            </a:extLst>
          </p:cNvPr>
          <p:cNvSpPr>
            <a:spLocks noGrp="1"/>
          </p:cNvSpPr>
          <p:nvPr>
            <p:ph type="body" sz="quarter" idx="10"/>
          </p:nvPr>
        </p:nvSpPr>
        <p:spPr/>
        <p:txBody>
          <a:bodyPr/>
          <a:lstStyle/>
          <a:p>
            <a:pPr marL="342900" indent="-342900">
              <a:buFont typeface="Arial" panose="020B0604020202020204" pitchFamily="34" charset="0"/>
              <a:buChar char="•"/>
            </a:pPr>
            <a:r>
              <a:rPr lang="en-US" noProof="1"/>
              <a:t>This is a simple case of linear regression, of course. Don’t worry, we’ll add an activation function later.</a:t>
            </a:r>
          </a:p>
          <a:p>
            <a:pPr marL="342900" indent="-342900">
              <a:buFont typeface="Arial" panose="020B0604020202020204" pitchFamily="34" charset="0"/>
              <a:buChar char="•"/>
            </a:pPr>
            <a:r>
              <a:rPr lang="en-US" noProof="1"/>
              <a:t>Let’s create a simple network:</a:t>
            </a:r>
          </a:p>
        </p:txBody>
      </p:sp>
      <p:sp>
        <p:nvSpPr>
          <p:cNvPr id="3" name="Titel 2">
            <a:extLst>
              <a:ext uri="{FF2B5EF4-FFF2-40B4-BE49-F238E27FC236}">
                <a16:creationId xmlns:a16="http://schemas.microsoft.com/office/drawing/2014/main" id="{10032F26-2408-81A2-1661-246C663EDADE}"/>
              </a:ext>
            </a:extLst>
          </p:cNvPr>
          <p:cNvSpPr>
            <a:spLocks noGrp="1"/>
          </p:cNvSpPr>
          <p:nvPr>
            <p:ph type="title"/>
          </p:nvPr>
        </p:nvSpPr>
        <p:spPr/>
        <p:txBody>
          <a:bodyPr/>
          <a:lstStyle/>
          <a:p>
            <a:r>
              <a:rPr lang="en-US" noProof="1"/>
              <a:t>The network</a:t>
            </a:r>
          </a:p>
        </p:txBody>
      </p:sp>
      <p:sp>
        <p:nvSpPr>
          <p:cNvPr id="6" name="Rechthoek 5">
            <a:extLst>
              <a:ext uri="{FF2B5EF4-FFF2-40B4-BE49-F238E27FC236}">
                <a16:creationId xmlns:a16="http://schemas.microsoft.com/office/drawing/2014/main" id="{950D0080-344F-C53F-9A1A-3A065F654AA5}"/>
              </a:ext>
            </a:extLst>
          </p:cNvPr>
          <p:cNvSpPr/>
          <p:nvPr/>
        </p:nvSpPr>
        <p:spPr>
          <a:xfrm>
            <a:off x="3788979" y="4318027"/>
            <a:ext cx="181829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F(x, y) = ax + by</a:t>
            </a:r>
          </a:p>
        </p:txBody>
      </p:sp>
      <p:sp>
        <p:nvSpPr>
          <p:cNvPr id="7" name="Ovaal 6">
            <a:extLst>
              <a:ext uri="{FF2B5EF4-FFF2-40B4-BE49-F238E27FC236}">
                <a16:creationId xmlns:a16="http://schemas.microsoft.com/office/drawing/2014/main" id="{733CFBF1-67BA-631E-A227-B27248A5E1CC}"/>
              </a:ext>
            </a:extLst>
          </p:cNvPr>
          <p:cNvSpPr/>
          <p:nvPr/>
        </p:nvSpPr>
        <p:spPr>
          <a:xfrm>
            <a:off x="6490464" y="4318027"/>
            <a:ext cx="1049065" cy="9144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Score</a:t>
            </a:r>
          </a:p>
        </p:txBody>
      </p:sp>
      <p:cxnSp>
        <p:nvCxnSpPr>
          <p:cNvPr id="9" name="Rechte verbindingslijn met pijl 8">
            <a:extLst>
              <a:ext uri="{FF2B5EF4-FFF2-40B4-BE49-F238E27FC236}">
                <a16:creationId xmlns:a16="http://schemas.microsoft.com/office/drawing/2014/main" id="{F4EDACE7-BA11-391D-DD41-86705E161A3A}"/>
              </a:ext>
            </a:extLst>
          </p:cNvPr>
          <p:cNvCxnSpPr>
            <a:stCxn id="6" idx="3"/>
            <a:endCxn id="7" idx="2"/>
          </p:cNvCxnSpPr>
          <p:nvPr/>
        </p:nvCxnSpPr>
        <p:spPr>
          <a:xfrm>
            <a:off x="5607269" y="4775227"/>
            <a:ext cx="883195" cy="0"/>
          </a:xfrm>
          <a:prstGeom prst="straightConnector1">
            <a:avLst/>
          </a:prstGeom>
          <a:ln w="539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Blik 9">
            <a:extLst>
              <a:ext uri="{FF2B5EF4-FFF2-40B4-BE49-F238E27FC236}">
                <a16:creationId xmlns:a16="http://schemas.microsoft.com/office/drawing/2014/main" id="{1CD2BD15-1AED-03E1-2A5B-D98FD194C346}"/>
              </a:ext>
            </a:extLst>
          </p:cNvPr>
          <p:cNvSpPr/>
          <p:nvPr/>
        </p:nvSpPr>
        <p:spPr>
          <a:xfrm>
            <a:off x="1585094" y="4155116"/>
            <a:ext cx="1049064" cy="1240221"/>
          </a:xfrm>
          <a:prstGeom prst="can">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solidFill>
                  <a:schemeClr val="tx1"/>
                </a:solidFill>
              </a:rPr>
              <a:t>Training data</a:t>
            </a:r>
          </a:p>
        </p:txBody>
      </p:sp>
      <p:cxnSp>
        <p:nvCxnSpPr>
          <p:cNvPr id="11" name="Rechte verbindingslijn met pijl 10">
            <a:extLst>
              <a:ext uri="{FF2B5EF4-FFF2-40B4-BE49-F238E27FC236}">
                <a16:creationId xmlns:a16="http://schemas.microsoft.com/office/drawing/2014/main" id="{F21AD961-2BB2-6EF2-7D84-E5FF169E68AC}"/>
              </a:ext>
            </a:extLst>
          </p:cNvPr>
          <p:cNvCxnSpPr>
            <a:cxnSpLocks/>
            <a:stCxn id="10" idx="4"/>
            <a:endCxn id="6" idx="1"/>
          </p:cNvCxnSpPr>
          <p:nvPr/>
        </p:nvCxnSpPr>
        <p:spPr>
          <a:xfrm>
            <a:off x="2634158" y="4775227"/>
            <a:ext cx="1154821" cy="0"/>
          </a:xfrm>
          <a:prstGeom prst="straightConnector1">
            <a:avLst/>
          </a:prstGeom>
          <a:ln w="539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Kromme verbindingslijn 19">
            <a:extLst>
              <a:ext uri="{FF2B5EF4-FFF2-40B4-BE49-F238E27FC236}">
                <a16:creationId xmlns:a16="http://schemas.microsoft.com/office/drawing/2014/main" id="{711D34D7-3C2C-FF2D-C85F-FDE26DDAC2AF}"/>
              </a:ext>
            </a:extLst>
          </p:cNvPr>
          <p:cNvCxnSpPr>
            <a:cxnSpLocks/>
            <a:stCxn id="7" idx="0"/>
            <a:endCxn id="6" idx="0"/>
          </p:cNvCxnSpPr>
          <p:nvPr/>
        </p:nvCxnSpPr>
        <p:spPr>
          <a:xfrm rot="16200000" flipV="1">
            <a:off x="5856561" y="3159590"/>
            <a:ext cx="12700" cy="2316873"/>
          </a:xfrm>
          <a:prstGeom prst="curvedConnector3">
            <a:avLst>
              <a:gd name="adj1" fmla="val 8337913"/>
            </a:avLst>
          </a:prstGeom>
          <a:ln w="476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Kromme verbindingslijn 25">
            <a:extLst>
              <a:ext uri="{FF2B5EF4-FFF2-40B4-BE49-F238E27FC236}">
                <a16:creationId xmlns:a16="http://schemas.microsoft.com/office/drawing/2014/main" id="{E29AD5E2-D4D6-E203-2430-A786D0D41012}"/>
              </a:ext>
            </a:extLst>
          </p:cNvPr>
          <p:cNvCxnSpPr>
            <a:cxnSpLocks/>
            <a:stCxn id="10" idx="3"/>
            <a:endCxn id="7" idx="6"/>
          </p:cNvCxnSpPr>
          <p:nvPr/>
        </p:nvCxnSpPr>
        <p:spPr>
          <a:xfrm rot="5400000" flipH="1" flipV="1">
            <a:off x="4514522" y="2370330"/>
            <a:ext cx="620110" cy="5429903"/>
          </a:xfrm>
          <a:prstGeom prst="curvedConnector4">
            <a:avLst>
              <a:gd name="adj1" fmla="val -180932"/>
              <a:gd name="adj2" fmla="val 113888"/>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3477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1E109F40-1CD9-ACA5-ACDD-FE9F7EC6F95C}"/>
              </a:ext>
            </a:extLst>
          </p:cNvPr>
          <p:cNvSpPr>
            <a:spLocks noGrp="1"/>
          </p:cNvSpPr>
          <p:nvPr>
            <p:ph type="body" sz="quarter" idx="10"/>
          </p:nvPr>
        </p:nvSpPr>
        <p:spPr/>
        <p:txBody>
          <a:bodyPr/>
          <a:lstStyle/>
          <a:p>
            <a:endParaRPr lang="en-US" noProof="1"/>
          </a:p>
          <a:p>
            <a:endParaRPr lang="en-US" noProof="1"/>
          </a:p>
          <a:p>
            <a:endParaRPr lang="en-US" noProof="1"/>
          </a:p>
          <a:p>
            <a:endParaRPr lang="en-US" noProof="1"/>
          </a:p>
          <a:p>
            <a:endParaRPr lang="en-US" noProof="1"/>
          </a:p>
          <a:p>
            <a:endParaRPr lang="en-US" noProof="1"/>
          </a:p>
          <a:p>
            <a:endParaRPr lang="en-US" noProof="1"/>
          </a:p>
          <a:p>
            <a:endParaRPr lang="en-US" noProof="1"/>
          </a:p>
          <a:p>
            <a:endParaRPr lang="en-US" noProof="1"/>
          </a:p>
          <a:p>
            <a:pPr marL="342900" indent="-342900">
              <a:buFont typeface="Arial" panose="020B0604020202020204" pitchFamily="34" charset="0"/>
              <a:buChar char="•"/>
            </a:pPr>
            <a:r>
              <a:rPr lang="en-US" noProof="1"/>
              <a:t>In reality, of course, we train using multiple observations – and it will not always be so simple!</a:t>
            </a:r>
          </a:p>
        </p:txBody>
      </p:sp>
      <p:sp>
        <p:nvSpPr>
          <p:cNvPr id="3" name="Titel 2">
            <a:extLst>
              <a:ext uri="{FF2B5EF4-FFF2-40B4-BE49-F238E27FC236}">
                <a16:creationId xmlns:a16="http://schemas.microsoft.com/office/drawing/2014/main" id="{AB29CE95-14EB-7A32-D231-A2FF97A9BA28}"/>
              </a:ext>
            </a:extLst>
          </p:cNvPr>
          <p:cNvSpPr>
            <a:spLocks noGrp="1"/>
          </p:cNvSpPr>
          <p:nvPr>
            <p:ph type="title"/>
          </p:nvPr>
        </p:nvSpPr>
        <p:spPr/>
        <p:txBody>
          <a:bodyPr/>
          <a:lstStyle/>
          <a:p>
            <a:r>
              <a:rPr lang="en-US" noProof="1"/>
              <a:t>Let’s train</a:t>
            </a:r>
          </a:p>
        </p:txBody>
      </p:sp>
      <p:graphicFrame>
        <p:nvGraphicFramePr>
          <p:cNvPr id="4" name="Tabel 3">
            <a:extLst>
              <a:ext uri="{FF2B5EF4-FFF2-40B4-BE49-F238E27FC236}">
                <a16:creationId xmlns:a16="http://schemas.microsoft.com/office/drawing/2014/main" id="{2F261DC7-C681-13C3-6160-801EBECBCC4A}"/>
              </a:ext>
            </a:extLst>
          </p:cNvPr>
          <p:cNvGraphicFramePr>
            <a:graphicFrameLocks noGrp="1"/>
          </p:cNvGraphicFramePr>
          <p:nvPr>
            <p:extLst>
              <p:ext uri="{D42A27DB-BD31-4B8C-83A1-F6EECF244321}">
                <p14:modId xmlns:p14="http://schemas.microsoft.com/office/powerpoint/2010/main" val="3892630869"/>
              </p:ext>
            </p:extLst>
          </p:nvPr>
        </p:nvGraphicFramePr>
        <p:xfrm>
          <a:off x="1524000" y="2353442"/>
          <a:ext cx="6095999" cy="1854200"/>
        </p:xfrm>
        <a:graphic>
          <a:graphicData uri="http://schemas.openxmlformats.org/drawingml/2006/table">
            <a:tbl>
              <a:tblPr firstRow="1" bandRow="1">
                <a:tableStyleId>{073A0DAA-6AF3-43AB-8588-CEC1D06C72B9}</a:tableStyleId>
              </a:tblPr>
              <a:tblGrid>
                <a:gridCol w="870857">
                  <a:extLst>
                    <a:ext uri="{9D8B030D-6E8A-4147-A177-3AD203B41FA5}">
                      <a16:colId xmlns:a16="http://schemas.microsoft.com/office/drawing/2014/main" val="941715583"/>
                    </a:ext>
                  </a:extLst>
                </a:gridCol>
                <a:gridCol w="870857">
                  <a:extLst>
                    <a:ext uri="{9D8B030D-6E8A-4147-A177-3AD203B41FA5}">
                      <a16:colId xmlns:a16="http://schemas.microsoft.com/office/drawing/2014/main" val="1478744428"/>
                    </a:ext>
                  </a:extLst>
                </a:gridCol>
                <a:gridCol w="870857">
                  <a:extLst>
                    <a:ext uri="{9D8B030D-6E8A-4147-A177-3AD203B41FA5}">
                      <a16:colId xmlns:a16="http://schemas.microsoft.com/office/drawing/2014/main" val="942643144"/>
                    </a:ext>
                  </a:extLst>
                </a:gridCol>
                <a:gridCol w="870857">
                  <a:extLst>
                    <a:ext uri="{9D8B030D-6E8A-4147-A177-3AD203B41FA5}">
                      <a16:colId xmlns:a16="http://schemas.microsoft.com/office/drawing/2014/main" val="903851976"/>
                    </a:ext>
                  </a:extLst>
                </a:gridCol>
                <a:gridCol w="870857">
                  <a:extLst>
                    <a:ext uri="{9D8B030D-6E8A-4147-A177-3AD203B41FA5}">
                      <a16:colId xmlns:a16="http://schemas.microsoft.com/office/drawing/2014/main" val="1920556284"/>
                    </a:ext>
                  </a:extLst>
                </a:gridCol>
                <a:gridCol w="870857">
                  <a:extLst>
                    <a:ext uri="{9D8B030D-6E8A-4147-A177-3AD203B41FA5}">
                      <a16:colId xmlns:a16="http://schemas.microsoft.com/office/drawing/2014/main" val="3555299268"/>
                    </a:ext>
                  </a:extLst>
                </a:gridCol>
                <a:gridCol w="870857">
                  <a:extLst>
                    <a:ext uri="{9D8B030D-6E8A-4147-A177-3AD203B41FA5}">
                      <a16:colId xmlns:a16="http://schemas.microsoft.com/office/drawing/2014/main" val="3415761704"/>
                    </a:ext>
                  </a:extLst>
                </a:gridCol>
              </a:tblGrid>
              <a:tr h="370840">
                <a:tc>
                  <a:txBody>
                    <a:bodyPr/>
                    <a:lstStyle/>
                    <a:p>
                      <a:r>
                        <a:rPr lang="en-US" sz="1800" noProof="1">
                          <a:latin typeface="Arial" panose="020B0604020202020204" pitchFamily="34" charset="0"/>
                          <a:cs typeface="Arial" panose="020B0604020202020204" pitchFamily="34" charset="0"/>
                        </a:rPr>
                        <a:t>x</a:t>
                      </a:r>
                    </a:p>
                  </a:txBody>
                  <a:tcPr/>
                </a:tc>
                <a:tc>
                  <a:txBody>
                    <a:bodyPr/>
                    <a:lstStyle/>
                    <a:p>
                      <a:r>
                        <a:rPr lang="en-US" sz="1800" noProof="1">
                          <a:latin typeface="Arial" panose="020B0604020202020204" pitchFamily="34" charset="0"/>
                          <a:cs typeface="Arial" panose="020B0604020202020204" pitchFamily="34" charset="0"/>
                        </a:rPr>
                        <a:t>y</a:t>
                      </a:r>
                    </a:p>
                  </a:txBody>
                  <a:tcPr/>
                </a:tc>
                <a:tc>
                  <a:txBody>
                    <a:bodyPr/>
                    <a:lstStyle/>
                    <a:p>
                      <a:r>
                        <a:rPr lang="en-US" sz="1800" noProof="1">
                          <a:latin typeface="Arial" panose="020B0604020202020204" pitchFamily="34" charset="0"/>
                          <a:cs typeface="Arial" panose="020B0604020202020204" pitchFamily="34" charset="0"/>
                        </a:rPr>
                        <a:t>a</a:t>
                      </a:r>
                    </a:p>
                  </a:txBody>
                  <a:tcPr/>
                </a:tc>
                <a:tc>
                  <a:txBody>
                    <a:bodyPr/>
                    <a:lstStyle/>
                    <a:p>
                      <a:r>
                        <a:rPr lang="en-US" sz="1800" noProof="1">
                          <a:latin typeface="Arial" panose="020B0604020202020204" pitchFamily="34" charset="0"/>
                          <a:cs typeface="Arial" panose="020B0604020202020204" pitchFamily="34" charset="0"/>
                        </a:rPr>
                        <a:t>b</a:t>
                      </a:r>
                    </a:p>
                  </a:txBody>
                  <a:tcPr/>
                </a:tc>
                <a:tc>
                  <a:txBody>
                    <a:bodyPr/>
                    <a:lstStyle/>
                    <a:p>
                      <a:r>
                        <a:rPr lang="en-US" sz="1800" noProof="1">
                          <a:latin typeface="Arial" panose="020B0604020202020204" pitchFamily="34" charset="0"/>
                          <a:cs typeface="Arial" panose="020B0604020202020204" pitchFamily="34" charset="0"/>
                        </a:rPr>
                        <a:t>pred</a:t>
                      </a:r>
                    </a:p>
                  </a:txBody>
                  <a:tcPr/>
                </a:tc>
                <a:tc>
                  <a:txBody>
                    <a:bodyPr/>
                    <a:lstStyle/>
                    <a:p>
                      <a:r>
                        <a:rPr lang="en-US" sz="1800" noProof="1">
                          <a:latin typeface="Arial" panose="020B0604020202020204" pitchFamily="34" charset="0"/>
                          <a:cs typeface="Arial" panose="020B0604020202020204" pitchFamily="34" charset="0"/>
                        </a:rPr>
                        <a:t>z</a:t>
                      </a:r>
                    </a:p>
                  </a:txBody>
                  <a:tcPr/>
                </a:tc>
                <a:tc>
                  <a:txBody>
                    <a:bodyPr/>
                    <a:lstStyle/>
                    <a:p>
                      <a:r>
                        <a:rPr lang="en-US" sz="1800" noProof="1">
                          <a:latin typeface="Arial" panose="020B0604020202020204" pitchFamily="34" charset="0"/>
                          <a:cs typeface="Arial" panose="020B0604020202020204" pitchFamily="34" charset="0"/>
                        </a:rPr>
                        <a:t>score</a:t>
                      </a:r>
                    </a:p>
                  </a:txBody>
                  <a:tcPr/>
                </a:tc>
                <a:extLst>
                  <a:ext uri="{0D108BD9-81ED-4DB2-BD59-A6C34878D82A}">
                    <a16:rowId xmlns:a16="http://schemas.microsoft.com/office/drawing/2014/main" val="606904319"/>
                  </a:ext>
                </a:extLst>
              </a:tr>
              <a:tr h="370840">
                <a:tc>
                  <a:txBody>
                    <a:bodyPr/>
                    <a:lstStyle/>
                    <a:p>
                      <a:r>
                        <a:rPr lang="en-US" sz="1800" noProof="1">
                          <a:latin typeface="Arial" panose="020B0604020202020204" pitchFamily="34" charset="0"/>
                          <a:cs typeface="Arial" panose="020B0604020202020204" pitchFamily="34" charset="0"/>
                        </a:rPr>
                        <a:t>1</a:t>
                      </a:r>
                    </a:p>
                  </a:txBody>
                  <a:tcPr/>
                </a:tc>
                <a:tc>
                  <a:txBody>
                    <a:bodyPr/>
                    <a:lstStyle/>
                    <a:p>
                      <a:r>
                        <a:rPr lang="en-US" sz="1800" noProof="1">
                          <a:latin typeface="Arial" panose="020B0604020202020204" pitchFamily="34" charset="0"/>
                          <a:cs typeface="Arial" panose="020B0604020202020204" pitchFamily="34" charset="0"/>
                        </a:rPr>
                        <a:t>2</a:t>
                      </a:r>
                    </a:p>
                  </a:txBody>
                  <a:tcPr/>
                </a:tc>
                <a:tc>
                  <a:txBody>
                    <a:bodyPr/>
                    <a:lstStyle/>
                    <a:p>
                      <a:r>
                        <a:rPr lang="en-US" sz="1800" noProof="1">
                          <a:latin typeface="Arial" panose="020B0604020202020204" pitchFamily="34" charset="0"/>
                          <a:cs typeface="Arial" panose="020B0604020202020204" pitchFamily="34" charset="0"/>
                        </a:rPr>
                        <a:t>1</a:t>
                      </a:r>
                    </a:p>
                  </a:txBody>
                  <a:tcPr/>
                </a:tc>
                <a:tc>
                  <a:txBody>
                    <a:bodyPr/>
                    <a:lstStyle/>
                    <a:p>
                      <a:r>
                        <a:rPr lang="en-US" sz="1800" noProof="1">
                          <a:latin typeface="Arial" panose="020B0604020202020204" pitchFamily="34" charset="0"/>
                          <a:cs typeface="Arial" panose="020B0604020202020204" pitchFamily="34" charset="0"/>
                        </a:rPr>
                        <a:t>1</a:t>
                      </a:r>
                    </a:p>
                  </a:txBody>
                  <a:tcPr/>
                </a:tc>
                <a:tc>
                  <a:txBody>
                    <a:bodyPr/>
                    <a:lstStyle/>
                    <a:p>
                      <a:r>
                        <a:rPr lang="en-US" sz="1800" noProof="1">
                          <a:latin typeface="Arial" panose="020B0604020202020204" pitchFamily="34" charset="0"/>
                          <a:cs typeface="Arial" panose="020B0604020202020204" pitchFamily="34" charset="0"/>
                        </a:rPr>
                        <a:t>3</a:t>
                      </a:r>
                    </a:p>
                  </a:txBody>
                  <a:tcPr/>
                </a:tc>
                <a:tc>
                  <a:txBody>
                    <a:bodyPr/>
                    <a:lstStyle/>
                    <a:p>
                      <a:r>
                        <a:rPr lang="en-US" sz="1800" noProof="1">
                          <a:latin typeface="Arial" panose="020B0604020202020204" pitchFamily="34" charset="0"/>
                          <a:cs typeface="Arial" panose="020B0604020202020204" pitchFamily="34" charset="0"/>
                        </a:rPr>
                        <a:t>8</a:t>
                      </a:r>
                    </a:p>
                  </a:txBody>
                  <a:tcPr/>
                </a:tc>
                <a:tc>
                  <a:txBody>
                    <a:bodyPr/>
                    <a:lstStyle/>
                    <a:p>
                      <a:r>
                        <a:rPr lang="en-US" sz="1800" noProof="1">
                          <a:latin typeface="Arial" panose="020B0604020202020204" pitchFamily="34" charset="0"/>
                          <a:cs typeface="Arial" panose="020B0604020202020204" pitchFamily="34" charset="0"/>
                        </a:rPr>
                        <a:t>-5</a:t>
                      </a:r>
                    </a:p>
                  </a:txBody>
                  <a:tcPr/>
                </a:tc>
                <a:extLst>
                  <a:ext uri="{0D108BD9-81ED-4DB2-BD59-A6C34878D82A}">
                    <a16:rowId xmlns:a16="http://schemas.microsoft.com/office/drawing/2014/main" val="4101086309"/>
                  </a:ext>
                </a:extLst>
              </a:tr>
              <a:tr h="370840">
                <a:tc>
                  <a:txBody>
                    <a:bodyPr/>
                    <a:lstStyle/>
                    <a:p>
                      <a:r>
                        <a:rPr lang="en-US" sz="1800" noProof="1">
                          <a:latin typeface="Arial" panose="020B0604020202020204" pitchFamily="34" charset="0"/>
                          <a:cs typeface="Arial" panose="020B0604020202020204" pitchFamily="34" charset="0"/>
                        </a:rPr>
                        <a:t>1</a:t>
                      </a:r>
                    </a:p>
                  </a:txBody>
                  <a:tcPr/>
                </a:tc>
                <a:tc>
                  <a:txBody>
                    <a:bodyPr/>
                    <a:lstStyle/>
                    <a:p>
                      <a:r>
                        <a:rPr lang="en-US" sz="1800" noProof="1">
                          <a:latin typeface="Arial" panose="020B0604020202020204" pitchFamily="34" charset="0"/>
                          <a:cs typeface="Arial" panose="020B0604020202020204" pitchFamily="34" charset="0"/>
                        </a:rPr>
                        <a:t>2</a:t>
                      </a:r>
                    </a:p>
                  </a:txBody>
                  <a:tcPr/>
                </a:tc>
                <a:tc>
                  <a:txBody>
                    <a:bodyPr/>
                    <a:lstStyle/>
                    <a:p>
                      <a:r>
                        <a:rPr lang="en-US" sz="1800" noProof="1">
                          <a:latin typeface="Arial" panose="020B0604020202020204" pitchFamily="34" charset="0"/>
                          <a:cs typeface="Arial" panose="020B0604020202020204" pitchFamily="34" charset="0"/>
                        </a:rPr>
                        <a:t>2</a:t>
                      </a:r>
                    </a:p>
                  </a:txBody>
                  <a:tcPr/>
                </a:tc>
                <a:tc>
                  <a:txBody>
                    <a:bodyPr/>
                    <a:lstStyle/>
                    <a:p>
                      <a:r>
                        <a:rPr lang="en-US" sz="1800" noProof="1">
                          <a:latin typeface="Arial" panose="020B0604020202020204" pitchFamily="34" charset="0"/>
                          <a:cs typeface="Arial" panose="020B0604020202020204" pitchFamily="34" charset="0"/>
                        </a:rPr>
                        <a:t>2</a:t>
                      </a:r>
                    </a:p>
                  </a:txBody>
                  <a:tcPr/>
                </a:tc>
                <a:tc>
                  <a:txBody>
                    <a:bodyPr/>
                    <a:lstStyle/>
                    <a:p>
                      <a:r>
                        <a:rPr lang="en-US" sz="1800" noProof="1">
                          <a:latin typeface="Arial" panose="020B0604020202020204" pitchFamily="34" charset="0"/>
                          <a:cs typeface="Arial" panose="020B0604020202020204" pitchFamily="34" charset="0"/>
                        </a:rPr>
                        <a:t>6</a:t>
                      </a:r>
                    </a:p>
                  </a:txBody>
                  <a:tcPr/>
                </a:tc>
                <a:tc>
                  <a:txBody>
                    <a:bodyPr/>
                    <a:lstStyle/>
                    <a:p>
                      <a:r>
                        <a:rPr lang="en-US" sz="1800" noProof="1">
                          <a:latin typeface="Arial" panose="020B0604020202020204" pitchFamily="34" charset="0"/>
                          <a:cs typeface="Arial" panose="020B0604020202020204" pitchFamily="34" charset="0"/>
                        </a:rPr>
                        <a:t>8</a:t>
                      </a:r>
                    </a:p>
                  </a:txBody>
                  <a:tcPr/>
                </a:tc>
                <a:tc>
                  <a:txBody>
                    <a:bodyPr/>
                    <a:lstStyle/>
                    <a:p>
                      <a:r>
                        <a:rPr lang="en-US" sz="1800" noProof="1">
                          <a:latin typeface="Arial" panose="020B0604020202020204" pitchFamily="34" charset="0"/>
                          <a:cs typeface="Arial" panose="020B0604020202020204" pitchFamily="34" charset="0"/>
                        </a:rPr>
                        <a:t>-2</a:t>
                      </a:r>
                    </a:p>
                  </a:txBody>
                  <a:tcPr/>
                </a:tc>
                <a:extLst>
                  <a:ext uri="{0D108BD9-81ED-4DB2-BD59-A6C34878D82A}">
                    <a16:rowId xmlns:a16="http://schemas.microsoft.com/office/drawing/2014/main" val="160287569"/>
                  </a:ext>
                </a:extLst>
              </a:tr>
              <a:tr h="370840">
                <a:tc>
                  <a:txBody>
                    <a:bodyPr/>
                    <a:lstStyle/>
                    <a:p>
                      <a:r>
                        <a:rPr lang="en-US" sz="1800" noProof="1">
                          <a:latin typeface="Arial" panose="020B0604020202020204" pitchFamily="34" charset="0"/>
                          <a:cs typeface="Arial" panose="020B0604020202020204" pitchFamily="34" charset="0"/>
                        </a:rPr>
                        <a:t>1</a:t>
                      </a:r>
                    </a:p>
                  </a:txBody>
                  <a:tcPr/>
                </a:tc>
                <a:tc>
                  <a:txBody>
                    <a:bodyPr/>
                    <a:lstStyle/>
                    <a:p>
                      <a:r>
                        <a:rPr lang="en-US" sz="1800" noProof="1">
                          <a:latin typeface="Arial" panose="020B0604020202020204" pitchFamily="34" charset="0"/>
                          <a:cs typeface="Arial" panose="020B0604020202020204" pitchFamily="34" charset="0"/>
                        </a:rPr>
                        <a:t>2</a:t>
                      </a:r>
                    </a:p>
                  </a:txBody>
                  <a:tcPr/>
                </a:tc>
                <a:tc>
                  <a:txBody>
                    <a:bodyPr/>
                    <a:lstStyle/>
                    <a:p>
                      <a:r>
                        <a:rPr lang="en-US" sz="1800" noProof="1">
                          <a:latin typeface="Arial" panose="020B0604020202020204" pitchFamily="34" charset="0"/>
                          <a:cs typeface="Arial" panose="020B0604020202020204" pitchFamily="34" charset="0"/>
                        </a:rPr>
                        <a:t>3</a:t>
                      </a:r>
                    </a:p>
                  </a:txBody>
                  <a:tcPr/>
                </a:tc>
                <a:tc>
                  <a:txBody>
                    <a:bodyPr/>
                    <a:lstStyle/>
                    <a:p>
                      <a:r>
                        <a:rPr lang="en-US" sz="1800" noProof="1">
                          <a:latin typeface="Arial" panose="020B0604020202020204" pitchFamily="34" charset="0"/>
                          <a:cs typeface="Arial" panose="020B0604020202020204" pitchFamily="34" charset="0"/>
                        </a:rPr>
                        <a:t>3</a:t>
                      </a:r>
                    </a:p>
                  </a:txBody>
                  <a:tcPr/>
                </a:tc>
                <a:tc>
                  <a:txBody>
                    <a:bodyPr/>
                    <a:lstStyle/>
                    <a:p>
                      <a:r>
                        <a:rPr lang="en-US" sz="1800" noProof="1">
                          <a:latin typeface="Arial" panose="020B0604020202020204" pitchFamily="34" charset="0"/>
                          <a:cs typeface="Arial" panose="020B0604020202020204" pitchFamily="34" charset="0"/>
                        </a:rPr>
                        <a:t>9</a:t>
                      </a:r>
                    </a:p>
                  </a:txBody>
                  <a:tcPr/>
                </a:tc>
                <a:tc>
                  <a:txBody>
                    <a:bodyPr/>
                    <a:lstStyle/>
                    <a:p>
                      <a:r>
                        <a:rPr lang="en-US" sz="1800" noProof="1">
                          <a:latin typeface="Arial" panose="020B0604020202020204" pitchFamily="34" charset="0"/>
                          <a:cs typeface="Arial" panose="020B0604020202020204" pitchFamily="34" charset="0"/>
                        </a:rPr>
                        <a:t>8</a:t>
                      </a:r>
                    </a:p>
                  </a:txBody>
                  <a:tcPr/>
                </a:tc>
                <a:tc>
                  <a:txBody>
                    <a:bodyPr/>
                    <a:lstStyle/>
                    <a:p>
                      <a:r>
                        <a:rPr lang="en-US" sz="1800" noProof="1">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230629875"/>
                  </a:ext>
                </a:extLst>
              </a:tr>
              <a:tr h="370840">
                <a:tc>
                  <a:txBody>
                    <a:bodyPr/>
                    <a:lstStyle/>
                    <a:p>
                      <a:r>
                        <a:rPr lang="en-US" sz="1800" noProof="1">
                          <a:latin typeface="Arial" panose="020B0604020202020204" pitchFamily="34" charset="0"/>
                          <a:cs typeface="Arial" panose="020B0604020202020204" pitchFamily="34" charset="0"/>
                        </a:rPr>
                        <a:t>1</a:t>
                      </a:r>
                    </a:p>
                  </a:txBody>
                  <a:tcPr/>
                </a:tc>
                <a:tc>
                  <a:txBody>
                    <a:bodyPr/>
                    <a:lstStyle/>
                    <a:p>
                      <a:r>
                        <a:rPr lang="en-US" sz="1800" noProof="1">
                          <a:latin typeface="Arial" panose="020B0604020202020204" pitchFamily="34" charset="0"/>
                          <a:cs typeface="Arial" panose="020B0604020202020204" pitchFamily="34" charset="0"/>
                        </a:rPr>
                        <a:t>2</a:t>
                      </a:r>
                    </a:p>
                  </a:txBody>
                  <a:tcPr/>
                </a:tc>
                <a:tc>
                  <a:txBody>
                    <a:bodyPr/>
                    <a:lstStyle/>
                    <a:p>
                      <a:r>
                        <a:rPr lang="en-US" sz="1800" noProof="1">
                          <a:latin typeface="Arial" panose="020B0604020202020204" pitchFamily="34" charset="0"/>
                          <a:cs typeface="Arial" panose="020B0604020202020204" pitchFamily="34" charset="0"/>
                        </a:rPr>
                        <a:t>2</a:t>
                      </a:r>
                    </a:p>
                  </a:txBody>
                  <a:tcPr/>
                </a:tc>
                <a:tc>
                  <a:txBody>
                    <a:bodyPr/>
                    <a:lstStyle/>
                    <a:p>
                      <a:r>
                        <a:rPr lang="en-US" sz="1800" noProof="1">
                          <a:latin typeface="Arial" panose="020B0604020202020204" pitchFamily="34" charset="0"/>
                          <a:cs typeface="Arial" panose="020B0604020202020204" pitchFamily="34" charset="0"/>
                        </a:rPr>
                        <a:t>3</a:t>
                      </a:r>
                    </a:p>
                  </a:txBody>
                  <a:tcPr/>
                </a:tc>
                <a:tc>
                  <a:txBody>
                    <a:bodyPr/>
                    <a:lstStyle/>
                    <a:p>
                      <a:r>
                        <a:rPr lang="en-US" sz="1800" noProof="1">
                          <a:latin typeface="Arial" panose="020B0604020202020204" pitchFamily="34" charset="0"/>
                          <a:cs typeface="Arial" panose="020B0604020202020204" pitchFamily="34" charset="0"/>
                        </a:rPr>
                        <a:t>8</a:t>
                      </a:r>
                    </a:p>
                  </a:txBody>
                  <a:tcPr/>
                </a:tc>
                <a:tc>
                  <a:txBody>
                    <a:bodyPr/>
                    <a:lstStyle/>
                    <a:p>
                      <a:r>
                        <a:rPr lang="en-US" sz="1800" noProof="1">
                          <a:latin typeface="Arial" panose="020B0604020202020204" pitchFamily="34" charset="0"/>
                          <a:cs typeface="Arial" panose="020B0604020202020204" pitchFamily="34" charset="0"/>
                        </a:rPr>
                        <a:t>8</a:t>
                      </a:r>
                    </a:p>
                  </a:txBody>
                  <a:tcPr/>
                </a:tc>
                <a:tc>
                  <a:txBody>
                    <a:bodyPr/>
                    <a:lstStyle/>
                    <a:p>
                      <a:r>
                        <a:rPr lang="en-US" sz="1800" noProof="1">
                          <a:latin typeface="Arial" panose="020B0604020202020204" pitchFamily="34" charset="0"/>
                          <a:cs typeface="Arial" panose="020B0604020202020204" pitchFamily="34" charset="0"/>
                        </a:rPr>
                        <a:t>0 !</a:t>
                      </a:r>
                    </a:p>
                  </a:txBody>
                  <a:tcPr/>
                </a:tc>
                <a:extLst>
                  <a:ext uri="{0D108BD9-81ED-4DB2-BD59-A6C34878D82A}">
                    <a16:rowId xmlns:a16="http://schemas.microsoft.com/office/drawing/2014/main" val="2874022480"/>
                  </a:ext>
                </a:extLst>
              </a:tr>
            </a:tbl>
          </a:graphicData>
        </a:graphic>
      </p:graphicFrame>
    </p:spTree>
    <p:extLst>
      <p:ext uri="{BB962C8B-B14F-4D97-AF65-F5344CB8AC3E}">
        <p14:creationId xmlns:p14="http://schemas.microsoft.com/office/powerpoint/2010/main" val="445283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EB611F48-4C46-0B1D-00F4-E15BB4A07D10}"/>
              </a:ext>
            </a:extLst>
          </p:cNvPr>
          <p:cNvSpPr>
            <a:spLocks noGrp="1"/>
          </p:cNvSpPr>
          <p:nvPr>
            <p:ph type="body" sz="quarter" idx="10"/>
          </p:nvPr>
        </p:nvSpPr>
        <p:spPr/>
        <p:txBody>
          <a:bodyPr/>
          <a:lstStyle/>
          <a:p>
            <a:endParaRPr lang="en-US" noProof="1"/>
          </a:p>
        </p:txBody>
      </p:sp>
      <p:sp>
        <p:nvSpPr>
          <p:cNvPr id="3" name="Titel 2">
            <a:extLst>
              <a:ext uri="{FF2B5EF4-FFF2-40B4-BE49-F238E27FC236}">
                <a16:creationId xmlns:a16="http://schemas.microsoft.com/office/drawing/2014/main" id="{825D0464-5015-750F-D31F-E0049B6D47EC}"/>
              </a:ext>
            </a:extLst>
          </p:cNvPr>
          <p:cNvSpPr>
            <a:spLocks noGrp="1"/>
          </p:cNvSpPr>
          <p:nvPr>
            <p:ph type="title"/>
          </p:nvPr>
        </p:nvSpPr>
        <p:spPr/>
        <p:txBody>
          <a:bodyPr/>
          <a:lstStyle/>
          <a:p>
            <a:r>
              <a:rPr lang="en-US" noProof="1"/>
              <a:t>How well did our training session go?</a:t>
            </a:r>
          </a:p>
        </p:txBody>
      </p:sp>
      <p:graphicFrame>
        <p:nvGraphicFramePr>
          <p:cNvPr id="5" name="Grafiek 4">
            <a:extLst>
              <a:ext uri="{FF2B5EF4-FFF2-40B4-BE49-F238E27FC236}">
                <a16:creationId xmlns:a16="http://schemas.microsoft.com/office/drawing/2014/main" id="{289D77A0-FB08-4569-B234-762B5737A086}"/>
              </a:ext>
            </a:extLst>
          </p:cNvPr>
          <p:cNvGraphicFramePr>
            <a:graphicFrameLocks/>
          </p:cNvGraphicFramePr>
          <p:nvPr>
            <p:extLst>
              <p:ext uri="{D42A27DB-BD31-4B8C-83A1-F6EECF244321}">
                <p14:modId xmlns:p14="http://schemas.microsoft.com/office/powerpoint/2010/main" val="608333576"/>
              </p:ext>
            </p:extLst>
          </p:nvPr>
        </p:nvGraphicFramePr>
        <p:xfrm>
          <a:off x="2433144" y="2683669"/>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92463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5D2B7326-4A62-4874-4F2A-C032B5F24772}"/>
              </a:ext>
            </a:extLst>
          </p:cNvPr>
          <p:cNvSpPr>
            <a:spLocks noGrp="1"/>
          </p:cNvSpPr>
          <p:nvPr>
            <p:ph type="body" sz="quarter" idx="10"/>
          </p:nvPr>
        </p:nvSpPr>
        <p:spPr/>
        <p:txBody>
          <a:bodyPr/>
          <a:lstStyle/>
          <a:p>
            <a:pPr marL="342900" indent="-342900">
              <a:buFont typeface="Arial" panose="020B0604020202020204" pitchFamily="34" charset="0"/>
              <a:buChar char="•"/>
            </a:pPr>
            <a:r>
              <a:rPr lang="en-US" noProof="1"/>
              <a:t>In practice, most calculations are too complicated to do in a single “cell”.</a:t>
            </a:r>
          </a:p>
          <a:p>
            <a:pPr marL="342900" indent="-342900">
              <a:buFont typeface="Arial" panose="020B0604020202020204" pitchFamily="34" charset="0"/>
              <a:buChar char="•"/>
            </a:pPr>
            <a:r>
              <a:rPr lang="en-US" noProof="1"/>
              <a:t>Let’s change our network to reflect this practice.</a:t>
            </a:r>
          </a:p>
        </p:txBody>
      </p:sp>
      <p:sp>
        <p:nvSpPr>
          <p:cNvPr id="3" name="Titel 2">
            <a:extLst>
              <a:ext uri="{FF2B5EF4-FFF2-40B4-BE49-F238E27FC236}">
                <a16:creationId xmlns:a16="http://schemas.microsoft.com/office/drawing/2014/main" id="{0457C052-290C-3D1C-9E5F-389929DAE1EB}"/>
              </a:ext>
            </a:extLst>
          </p:cNvPr>
          <p:cNvSpPr>
            <a:spLocks noGrp="1"/>
          </p:cNvSpPr>
          <p:nvPr>
            <p:ph type="title"/>
          </p:nvPr>
        </p:nvSpPr>
        <p:spPr/>
        <p:txBody>
          <a:bodyPr/>
          <a:lstStyle/>
          <a:p>
            <a:r>
              <a:rPr lang="en-US" noProof="1"/>
              <a:t>The network: let’s spread things out</a:t>
            </a:r>
          </a:p>
        </p:txBody>
      </p:sp>
      <p:sp>
        <p:nvSpPr>
          <p:cNvPr id="4" name="Rechthoek 3">
            <a:extLst>
              <a:ext uri="{FF2B5EF4-FFF2-40B4-BE49-F238E27FC236}">
                <a16:creationId xmlns:a16="http://schemas.microsoft.com/office/drawing/2014/main" id="{B1819441-E967-6A4C-AC2A-5180479CFAFB}"/>
              </a:ext>
            </a:extLst>
          </p:cNvPr>
          <p:cNvSpPr/>
          <p:nvPr/>
        </p:nvSpPr>
        <p:spPr>
          <a:xfrm>
            <a:off x="2343807" y="2869324"/>
            <a:ext cx="5381296" cy="2879835"/>
          </a:xfrm>
          <a:prstGeom prst="rect">
            <a:avLst/>
          </a:prstGeom>
          <a:solidFill>
            <a:schemeClr val="accent1">
              <a:alpha val="2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5" name="Rechthoek 4">
            <a:extLst>
              <a:ext uri="{FF2B5EF4-FFF2-40B4-BE49-F238E27FC236}">
                <a16:creationId xmlns:a16="http://schemas.microsoft.com/office/drawing/2014/main" id="{B352B706-D57D-8FA6-0270-EFEC442ED52C}"/>
              </a:ext>
            </a:extLst>
          </p:cNvPr>
          <p:cNvSpPr/>
          <p:nvPr/>
        </p:nvSpPr>
        <p:spPr>
          <a:xfrm>
            <a:off x="2865388" y="3403628"/>
            <a:ext cx="1065481" cy="5820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F(x) = ax</a:t>
            </a:r>
          </a:p>
        </p:txBody>
      </p:sp>
      <p:sp>
        <p:nvSpPr>
          <p:cNvPr id="6" name="Ovaal 5">
            <a:extLst>
              <a:ext uri="{FF2B5EF4-FFF2-40B4-BE49-F238E27FC236}">
                <a16:creationId xmlns:a16="http://schemas.microsoft.com/office/drawing/2014/main" id="{25138825-50DD-99FC-A3B8-DD7531B020F7}"/>
              </a:ext>
            </a:extLst>
          </p:cNvPr>
          <p:cNvSpPr/>
          <p:nvPr/>
        </p:nvSpPr>
        <p:spPr>
          <a:xfrm>
            <a:off x="6676038" y="3860827"/>
            <a:ext cx="1049065" cy="9144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Score</a:t>
            </a:r>
          </a:p>
        </p:txBody>
      </p:sp>
      <p:sp>
        <p:nvSpPr>
          <p:cNvPr id="7" name="Blik 6">
            <a:extLst>
              <a:ext uri="{FF2B5EF4-FFF2-40B4-BE49-F238E27FC236}">
                <a16:creationId xmlns:a16="http://schemas.microsoft.com/office/drawing/2014/main" id="{266ECBF0-0B36-0441-49DF-E4248BA59ADA}"/>
              </a:ext>
            </a:extLst>
          </p:cNvPr>
          <p:cNvSpPr/>
          <p:nvPr/>
        </p:nvSpPr>
        <p:spPr>
          <a:xfrm>
            <a:off x="961697" y="4612316"/>
            <a:ext cx="1049064" cy="1240221"/>
          </a:xfrm>
          <a:prstGeom prst="can">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solidFill>
                  <a:schemeClr val="tx1"/>
                </a:solidFill>
              </a:rPr>
              <a:t>Training data</a:t>
            </a:r>
          </a:p>
        </p:txBody>
      </p:sp>
      <p:cxnSp>
        <p:nvCxnSpPr>
          <p:cNvPr id="8" name="Rechte verbindingslijn met pijl 7">
            <a:extLst>
              <a:ext uri="{FF2B5EF4-FFF2-40B4-BE49-F238E27FC236}">
                <a16:creationId xmlns:a16="http://schemas.microsoft.com/office/drawing/2014/main" id="{26640490-8370-77A0-D71C-2347465DD275}"/>
              </a:ext>
            </a:extLst>
          </p:cNvPr>
          <p:cNvCxnSpPr>
            <a:cxnSpLocks/>
            <a:stCxn id="7" idx="4"/>
            <a:endCxn id="5" idx="1"/>
          </p:cNvCxnSpPr>
          <p:nvPr/>
        </p:nvCxnSpPr>
        <p:spPr>
          <a:xfrm flipV="1">
            <a:off x="2010761" y="3694646"/>
            <a:ext cx="854627" cy="1537781"/>
          </a:xfrm>
          <a:prstGeom prst="straightConnector1">
            <a:avLst/>
          </a:prstGeom>
          <a:ln w="539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Kromme verbindingslijn 8">
            <a:extLst>
              <a:ext uri="{FF2B5EF4-FFF2-40B4-BE49-F238E27FC236}">
                <a16:creationId xmlns:a16="http://schemas.microsoft.com/office/drawing/2014/main" id="{74109621-2711-82FC-06B2-A519AFCA6FE8}"/>
              </a:ext>
            </a:extLst>
          </p:cNvPr>
          <p:cNvCxnSpPr>
            <a:cxnSpLocks/>
            <a:stCxn id="6" idx="0"/>
            <a:endCxn id="5" idx="0"/>
          </p:cNvCxnSpPr>
          <p:nvPr/>
        </p:nvCxnSpPr>
        <p:spPr>
          <a:xfrm rot="16200000" flipV="1">
            <a:off x="5070751" y="1731007"/>
            <a:ext cx="457199" cy="3802442"/>
          </a:xfrm>
          <a:prstGeom prst="curvedConnector3">
            <a:avLst>
              <a:gd name="adj1" fmla="val 150000"/>
            </a:avLst>
          </a:prstGeom>
          <a:ln w="476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Kromme verbindingslijn 9">
            <a:extLst>
              <a:ext uri="{FF2B5EF4-FFF2-40B4-BE49-F238E27FC236}">
                <a16:creationId xmlns:a16="http://schemas.microsoft.com/office/drawing/2014/main" id="{5CE1D4CC-F4B7-B940-0B06-7ABFF702D168}"/>
              </a:ext>
            </a:extLst>
          </p:cNvPr>
          <p:cNvCxnSpPr>
            <a:cxnSpLocks/>
            <a:stCxn id="7" idx="3"/>
            <a:endCxn id="6" idx="6"/>
          </p:cNvCxnSpPr>
          <p:nvPr/>
        </p:nvCxnSpPr>
        <p:spPr>
          <a:xfrm rot="5400000" flipH="1" flipV="1">
            <a:off x="3838411" y="1965845"/>
            <a:ext cx="1534510" cy="6238874"/>
          </a:xfrm>
          <a:prstGeom prst="curvedConnector4">
            <a:avLst>
              <a:gd name="adj1" fmla="val -14897"/>
              <a:gd name="adj2" fmla="val 103664"/>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hthoek 16">
            <a:extLst>
              <a:ext uri="{FF2B5EF4-FFF2-40B4-BE49-F238E27FC236}">
                <a16:creationId xmlns:a16="http://schemas.microsoft.com/office/drawing/2014/main" id="{E5B81743-376C-0EEC-EA05-81E412A269CB}"/>
              </a:ext>
            </a:extLst>
          </p:cNvPr>
          <p:cNvSpPr/>
          <p:nvPr/>
        </p:nvSpPr>
        <p:spPr>
          <a:xfrm>
            <a:off x="2865388" y="4522554"/>
            <a:ext cx="1065481" cy="5820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F(y) = by</a:t>
            </a:r>
          </a:p>
        </p:txBody>
      </p:sp>
      <p:sp>
        <p:nvSpPr>
          <p:cNvPr id="18" name="Rechthoek 17">
            <a:extLst>
              <a:ext uri="{FF2B5EF4-FFF2-40B4-BE49-F238E27FC236}">
                <a16:creationId xmlns:a16="http://schemas.microsoft.com/office/drawing/2014/main" id="{A27BD3DA-04A1-FB88-A7CA-CBD050D9BF51}"/>
              </a:ext>
            </a:extLst>
          </p:cNvPr>
          <p:cNvSpPr/>
          <p:nvPr/>
        </p:nvSpPr>
        <p:spPr>
          <a:xfrm>
            <a:off x="4714878" y="4027009"/>
            <a:ext cx="1486225" cy="5820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F(d, e) = d + e</a:t>
            </a:r>
          </a:p>
        </p:txBody>
      </p:sp>
      <p:cxnSp>
        <p:nvCxnSpPr>
          <p:cNvPr id="23" name="Kromme verbindingslijn 22">
            <a:extLst>
              <a:ext uri="{FF2B5EF4-FFF2-40B4-BE49-F238E27FC236}">
                <a16:creationId xmlns:a16="http://schemas.microsoft.com/office/drawing/2014/main" id="{0F95D78E-D92B-E5B0-5D47-4414F5AAE0EE}"/>
              </a:ext>
            </a:extLst>
          </p:cNvPr>
          <p:cNvCxnSpPr>
            <a:cxnSpLocks/>
            <a:stCxn id="6" idx="3"/>
            <a:endCxn id="17" idx="2"/>
          </p:cNvCxnSpPr>
          <p:nvPr/>
        </p:nvCxnSpPr>
        <p:spPr>
          <a:xfrm rot="5400000">
            <a:off x="4882263" y="3157183"/>
            <a:ext cx="463274" cy="3431541"/>
          </a:xfrm>
          <a:prstGeom prst="curvedConnector3">
            <a:avLst>
              <a:gd name="adj1" fmla="val 149344"/>
            </a:avLst>
          </a:prstGeom>
          <a:ln w="476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Rechte verbindingslijn met pijl 27">
            <a:extLst>
              <a:ext uri="{FF2B5EF4-FFF2-40B4-BE49-F238E27FC236}">
                <a16:creationId xmlns:a16="http://schemas.microsoft.com/office/drawing/2014/main" id="{6B430F3F-0735-84B8-BBBE-CF0D46E67F50}"/>
              </a:ext>
            </a:extLst>
          </p:cNvPr>
          <p:cNvCxnSpPr>
            <a:cxnSpLocks/>
            <a:stCxn id="7" idx="4"/>
            <a:endCxn id="17" idx="1"/>
          </p:cNvCxnSpPr>
          <p:nvPr/>
        </p:nvCxnSpPr>
        <p:spPr>
          <a:xfrm flipV="1">
            <a:off x="2010761" y="4813572"/>
            <a:ext cx="854627" cy="418855"/>
          </a:xfrm>
          <a:prstGeom prst="straightConnector1">
            <a:avLst/>
          </a:prstGeom>
          <a:ln w="539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Rechte verbindingslijn met pijl 30">
            <a:extLst>
              <a:ext uri="{FF2B5EF4-FFF2-40B4-BE49-F238E27FC236}">
                <a16:creationId xmlns:a16="http://schemas.microsoft.com/office/drawing/2014/main" id="{1652C5B5-9D68-2A39-1B6F-0640ABACF397}"/>
              </a:ext>
            </a:extLst>
          </p:cNvPr>
          <p:cNvCxnSpPr>
            <a:cxnSpLocks/>
            <a:stCxn id="17" idx="3"/>
            <a:endCxn id="18" idx="1"/>
          </p:cNvCxnSpPr>
          <p:nvPr/>
        </p:nvCxnSpPr>
        <p:spPr>
          <a:xfrm flipV="1">
            <a:off x="3930869" y="4318027"/>
            <a:ext cx="784009" cy="495545"/>
          </a:xfrm>
          <a:prstGeom prst="straightConnector1">
            <a:avLst/>
          </a:prstGeom>
          <a:ln w="539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Rechte verbindingslijn met pijl 33">
            <a:extLst>
              <a:ext uri="{FF2B5EF4-FFF2-40B4-BE49-F238E27FC236}">
                <a16:creationId xmlns:a16="http://schemas.microsoft.com/office/drawing/2014/main" id="{FC182EB7-B37F-C28D-FDA7-880D65C59856}"/>
              </a:ext>
            </a:extLst>
          </p:cNvPr>
          <p:cNvCxnSpPr>
            <a:cxnSpLocks/>
            <a:stCxn id="5" idx="3"/>
            <a:endCxn id="18" idx="1"/>
          </p:cNvCxnSpPr>
          <p:nvPr/>
        </p:nvCxnSpPr>
        <p:spPr>
          <a:xfrm>
            <a:off x="3930869" y="3694646"/>
            <a:ext cx="784009" cy="623381"/>
          </a:xfrm>
          <a:prstGeom prst="straightConnector1">
            <a:avLst/>
          </a:prstGeom>
          <a:ln w="539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Rechte verbindingslijn met pijl 36">
            <a:extLst>
              <a:ext uri="{FF2B5EF4-FFF2-40B4-BE49-F238E27FC236}">
                <a16:creationId xmlns:a16="http://schemas.microsoft.com/office/drawing/2014/main" id="{5AC2041F-91CF-E712-8046-D0A501C01927}"/>
              </a:ext>
            </a:extLst>
          </p:cNvPr>
          <p:cNvCxnSpPr>
            <a:cxnSpLocks/>
            <a:stCxn id="18" idx="3"/>
            <a:endCxn id="6" idx="2"/>
          </p:cNvCxnSpPr>
          <p:nvPr/>
        </p:nvCxnSpPr>
        <p:spPr>
          <a:xfrm>
            <a:off x="6201103" y="4318027"/>
            <a:ext cx="474935" cy="0"/>
          </a:xfrm>
          <a:prstGeom prst="straightConnector1">
            <a:avLst/>
          </a:prstGeom>
          <a:ln w="539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2625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65CD7495-E8E8-2662-8D21-02EEEED2F883}"/>
              </a:ext>
            </a:extLst>
          </p:cNvPr>
          <p:cNvSpPr>
            <a:spLocks noGrp="1"/>
          </p:cNvSpPr>
          <p:nvPr>
            <p:ph type="body" sz="quarter" idx="10"/>
          </p:nvPr>
        </p:nvSpPr>
        <p:spPr/>
        <p:txBody>
          <a:bodyPr>
            <a:normAutofit lnSpcReduction="10000"/>
          </a:bodyPr>
          <a:lstStyle/>
          <a:p>
            <a:endParaRPr lang="en-US" noProof="1"/>
          </a:p>
          <a:p>
            <a:endParaRPr lang="en-US" noProof="1"/>
          </a:p>
          <a:p>
            <a:endParaRPr lang="en-US" noProof="1"/>
          </a:p>
          <a:p>
            <a:endParaRPr lang="en-US" noProof="1"/>
          </a:p>
          <a:p>
            <a:endParaRPr lang="en-US" noProof="1"/>
          </a:p>
          <a:p>
            <a:endParaRPr lang="en-US" noProof="1"/>
          </a:p>
          <a:p>
            <a:endParaRPr lang="en-US" noProof="1"/>
          </a:p>
          <a:p>
            <a:endParaRPr lang="en-US" noProof="1"/>
          </a:p>
          <a:p>
            <a:endParaRPr lang="en-US" noProof="1"/>
          </a:p>
          <a:p>
            <a:endParaRPr lang="en-US" noProof="1"/>
          </a:p>
          <a:p>
            <a:pPr marL="342900" indent="-342900">
              <a:buFont typeface="Arial" panose="020B0604020202020204" pitchFamily="34" charset="0"/>
              <a:buChar char="•"/>
            </a:pPr>
            <a:endParaRPr lang="en-US" noProof="1"/>
          </a:p>
          <a:p>
            <a:pPr marL="342900" indent="-342900">
              <a:buFont typeface="Arial" panose="020B0604020202020204" pitchFamily="34" charset="0"/>
              <a:buChar char="•"/>
            </a:pPr>
            <a:r>
              <a:rPr lang="en-US" noProof="1"/>
              <a:t>We’re getting close to the real result, but we never really get there. With real data, this is often the best we can do (as reality does not often conform to neat mathematical formulas)</a:t>
            </a:r>
          </a:p>
        </p:txBody>
      </p:sp>
      <p:sp>
        <p:nvSpPr>
          <p:cNvPr id="3" name="Titel 2">
            <a:extLst>
              <a:ext uri="{FF2B5EF4-FFF2-40B4-BE49-F238E27FC236}">
                <a16:creationId xmlns:a16="http://schemas.microsoft.com/office/drawing/2014/main" id="{3CD2600A-8F46-6C04-3C2E-DE72A7AF6DB9}"/>
              </a:ext>
            </a:extLst>
          </p:cNvPr>
          <p:cNvSpPr>
            <a:spLocks noGrp="1"/>
          </p:cNvSpPr>
          <p:nvPr>
            <p:ph type="title"/>
          </p:nvPr>
        </p:nvSpPr>
        <p:spPr/>
        <p:txBody>
          <a:bodyPr/>
          <a:lstStyle/>
          <a:p>
            <a:r>
              <a:rPr lang="en-US" noProof="1"/>
              <a:t>Training the spread-out network</a:t>
            </a:r>
          </a:p>
        </p:txBody>
      </p:sp>
      <p:graphicFrame>
        <p:nvGraphicFramePr>
          <p:cNvPr id="4" name="Tabel 3">
            <a:extLst>
              <a:ext uri="{FF2B5EF4-FFF2-40B4-BE49-F238E27FC236}">
                <a16:creationId xmlns:a16="http://schemas.microsoft.com/office/drawing/2014/main" id="{228222E2-3CB8-7165-B1ED-1379D532C47D}"/>
              </a:ext>
            </a:extLst>
          </p:cNvPr>
          <p:cNvGraphicFramePr>
            <a:graphicFrameLocks noGrp="1"/>
          </p:cNvGraphicFramePr>
          <p:nvPr>
            <p:extLst>
              <p:ext uri="{D42A27DB-BD31-4B8C-83A1-F6EECF244321}">
                <p14:modId xmlns:p14="http://schemas.microsoft.com/office/powerpoint/2010/main" val="3265063375"/>
              </p:ext>
            </p:extLst>
          </p:nvPr>
        </p:nvGraphicFramePr>
        <p:xfrm>
          <a:off x="1524001" y="1925638"/>
          <a:ext cx="6085492" cy="3045753"/>
        </p:xfrm>
        <a:graphic>
          <a:graphicData uri="http://schemas.openxmlformats.org/drawingml/2006/table">
            <a:tbl>
              <a:tblPr firstRow="1" bandRow="1">
                <a:tableStyleId>{073A0DAA-6AF3-43AB-8588-CEC1D06C72B9}</a:tableStyleId>
              </a:tblPr>
              <a:tblGrid>
                <a:gridCol w="869356">
                  <a:extLst>
                    <a:ext uri="{9D8B030D-6E8A-4147-A177-3AD203B41FA5}">
                      <a16:colId xmlns:a16="http://schemas.microsoft.com/office/drawing/2014/main" val="941715583"/>
                    </a:ext>
                  </a:extLst>
                </a:gridCol>
                <a:gridCol w="869356">
                  <a:extLst>
                    <a:ext uri="{9D8B030D-6E8A-4147-A177-3AD203B41FA5}">
                      <a16:colId xmlns:a16="http://schemas.microsoft.com/office/drawing/2014/main" val="1478744428"/>
                    </a:ext>
                  </a:extLst>
                </a:gridCol>
                <a:gridCol w="869356">
                  <a:extLst>
                    <a:ext uri="{9D8B030D-6E8A-4147-A177-3AD203B41FA5}">
                      <a16:colId xmlns:a16="http://schemas.microsoft.com/office/drawing/2014/main" val="942643144"/>
                    </a:ext>
                  </a:extLst>
                </a:gridCol>
                <a:gridCol w="869356">
                  <a:extLst>
                    <a:ext uri="{9D8B030D-6E8A-4147-A177-3AD203B41FA5}">
                      <a16:colId xmlns:a16="http://schemas.microsoft.com/office/drawing/2014/main" val="903851976"/>
                    </a:ext>
                  </a:extLst>
                </a:gridCol>
                <a:gridCol w="869356">
                  <a:extLst>
                    <a:ext uri="{9D8B030D-6E8A-4147-A177-3AD203B41FA5}">
                      <a16:colId xmlns:a16="http://schemas.microsoft.com/office/drawing/2014/main" val="1920556284"/>
                    </a:ext>
                  </a:extLst>
                </a:gridCol>
                <a:gridCol w="869356">
                  <a:extLst>
                    <a:ext uri="{9D8B030D-6E8A-4147-A177-3AD203B41FA5}">
                      <a16:colId xmlns:a16="http://schemas.microsoft.com/office/drawing/2014/main" val="3555299268"/>
                    </a:ext>
                  </a:extLst>
                </a:gridCol>
                <a:gridCol w="869356">
                  <a:extLst>
                    <a:ext uri="{9D8B030D-6E8A-4147-A177-3AD203B41FA5}">
                      <a16:colId xmlns:a16="http://schemas.microsoft.com/office/drawing/2014/main" val="3415761704"/>
                    </a:ext>
                  </a:extLst>
                </a:gridCol>
              </a:tblGrid>
              <a:tr h="338417">
                <a:tc>
                  <a:txBody>
                    <a:bodyPr/>
                    <a:lstStyle/>
                    <a:p>
                      <a:r>
                        <a:rPr lang="en-US" sz="1600" noProof="1">
                          <a:latin typeface="Arial" panose="020B0604020202020204" pitchFamily="34" charset="0"/>
                          <a:cs typeface="Arial" panose="020B0604020202020204" pitchFamily="34" charset="0"/>
                        </a:rPr>
                        <a:t>x</a:t>
                      </a:r>
                    </a:p>
                  </a:txBody>
                  <a:tcPr/>
                </a:tc>
                <a:tc>
                  <a:txBody>
                    <a:bodyPr/>
                    <a:lstStyle/>
                    <a:p>
                      <a:r>
                        <a:rPr lang="en-US" sz="1600" noProof="1">
                          <a:latin typeface="Arial" panose="020B0604020202020204" pitchFamily="34" charset="0"/>
                          <a:cs typeface="Arial" panose="020B0604020202020204" pitchFamily="34" charset="0"/>
                        </a:rPr>
                        <a:t>y</a:t>
                      </a:r>
                    </a:p>
                  </a:txBody>
                  <a:tcPr/>
                </a:tc>
                <a:tc>
                  <a:txBody>
                    <a:bodyPr/>
                    <a:lstStyle/>
                    <a:p>
                      <a:r>
                        <a:rPr lang="en-US" sz="1600" noProof="1">
                          <a:latin typeface="Arial" panose="020B0604020202020204" pitchFamily="34" charset="0"/>
                          <a:cs typeface="Arial" panose="020B0604020202020204" pitchFamily="34" charset="0"/>
                        </a:rPr>
                        <a:t>a</a:t>
                      </a:r>
                    </a:p>
                  </a:txBody>
                  <a:tcPr/>
                </a:tc>
                <a:tc>
                  <a:txBody>
                    <a:bodyPr/>
                    <a:lstStyle/>
                    <a:p>
                      <a:r>
                        <a:rPr lang="en-US" sz="1600" noProof="1">
                          <a:latin typeface="Arial" panose="020B0604020202020204" pitchFamily="34" charset="0"/>
                          <a:cs typeface="Arial" panose="020B0604020202020204" pitchFamily="34" charset="0"/>
                        </a:rPr>
                        <a:t>b</a:t>
                      </a:r>
                    </a:p>
                  </a:txBody>
                  <a:tcPr/>
                </a:tc>
                <a:tc>
                  <a:txBody>
                    <a:bodyPr/>
                    <a:lstStyle/>
                    <a:p>
                      <a:r>
                        <a:rPr lang="en-US" sz="1600" noProof="1">
                          <a:latin typeface="Arial" panose="020B0604020202020204" pitchFamily="34" charset="0"/>
                          <a:cs typeface="Arial" panose="020B0604020202020204" pitchFamily="34" charset="0"/>
                        </a:rPr>
                        <a:t>pred</a:t>
                      </a:r>
                    </a:p>
                  </a:txBody>
                  <a:tcPr/>
                </a:tc>
                <a:tc>
                  <a:txBody>
                    <a:bodyPr/>
                    <a:lstStyle/>
                    <a:p>
                      <a:r>
                        <a:rPr lang="en-US" sz="1600" noProof="1">
                          <a:latin typeface="Arial" panose="020B0604020202020204" pitchFamily="34" charset="0"/>
                          <a:cs typeface="Arial" panose="020B0604020202020204" pitchFamily="34" charset="0"/>
                        </a:rPr>
                        <a:t>z</a:t>
                      </a:r>
                    </a:p>
                  </a:txBody>
                  <a:tcPr/>
                </a:tc>
                <a:tc>
                  <a:txBody>
                    <a:bodyPr/>
                    <a:lstStyle/>
                    <a:p>
                      <a:r>
                        <a:rPr lang="en-US" sz="1600" noProof="1">
                          <a:latin typeface="Arial" panose="020B0604020202020204" pitchFamily="34" charset="0"/>
                          <a:cs typeface="Arial" panose="020B0604020202020204" pitchFamily="34" charset="0"/>
                        </a:rPr>
                        <a:t>score</a:t>
                      </a:r>
                    </a:p>
                  </a:txBody>
                  <a:tcPr/>
                </a:tc>
                <a:extLst>
                  <a:ext uri="{0D108BD9-81ED-4DB2-BD59-A6C34878D82A}">
                    <a16:rowId xmlns:a16="http://schemas.microsoft.com/office/drawing/2014/main" val="606904319"/>
                  </a:ext>
                </a:extLst>
              </a:tr>
              <a:tr h="338417">
                <a:tc>
                  <a:txBody>
                    <a:bodyPr/>
                    <a:lstStyle/>
                    <a:p>
                      <a:r>
                        <a:rPr lang="en-US" sz="1600" noProof="1">
                          <a:latin typeface="Arial" panose="020B0604020202020204" pitchFamily="34" charset="0"/>
                          <a:cs typeface="Arial" panose="020B0604020202020204" pitchFamily="34" charset="0"/>
                        </a:rPr>
                        <a:t>1</a:t>
                      </a:r>
                    </a:p>
                  </a:txBody>
                  <a:tcPr/>
                </a:tc>
                <a:tc>
                  <a:txBody>
                    <a:bodyPr/>
                    <a:lstStyle/>
                    <a:p>
                      <a:r>
                        <a:rPr lang="en-US" sz="1600" noProof="1">
                          <a:latin typeface="Arial" panose="020B0604020202020204" pitchFamily="34" charset="0"/>
                          <a:cs typeface="Arial" panose="020B0604020202020204" pitchFamily="34" charset="0"/>
                        </a:rPr>
                        <a:t>2</a:t>
                      </a:r>
                    </a:p>
                  </a:txBody>
                  <a:tcPr/>
                </a:tc>
                <a:tc>
                  <a:txBody>
                    <a:bodyPr/>
                    <a:lstStyle/>
                    <a:p>
                      <a:r>
                        <a:rPr lang="en-US" sz="1600" noProof="1">
                          <a:latin typeface="Arial" panose="020B0604020202020204" pitchFamily="34" charset="0"/>
                          <a:cs typeface="Arial" panose="020B0604020202020204" pitchFamily="34" charset="0"/>
                        </a:rPr>
                        <a:t>1</a:t>
                      </a:r>
                    </a:p>
                  </a:txBody>
                  <a:tcPr/>
                </a:tc>
                <a:tc>
                  <a:txBody>
                    <a:bodyPr/>
                    <a:lstStyle/>
                    <a:p>
                      <a:r>
                        <a:rPr lang="en-US" sz="1600" noProof="1">
                          <a:latin typeface="Arial" panose="020B0604020202020204" pitchFamily="34" charset="0"/>
                          <a:cs typeface="Arial" panose="020B0604020202020204" pitchFamily="34" charset="0"/>
                        </a:rPr>
                        <a:t>1</a:t>
                      </a:r>
                    </a:p>
                  </a:txBody>
                  <a:tcPr/>
                </a:tc>
                <a:tc>
                  <a:txBody>
                    <a:bodyPr/>
                    <a:lstStyle/>
                    <a:p>
                      <a:r>
                        <a:rPr lang="en-US" sz="1600" noProof="1">
                          <a:latin typeface="Arial" panose="020B0604020202020204" pitchFamily="34" charset="0"/>
                          <a:cs typeface="Arial" panose="020B0604020202020204" pitchFamily="34" charset="0"/>
                        </a:rPr>
                        <a:t>3</a:t>
                      </a:r>
                    </a:p>
                  </a:txBody>
                  <a:tcPr/>
                </a:tc>
                <a:tc>
                  <a:txBody>
                    <a:bodyPr/>
                    <a:lstStyle/>
                    <a:p>
                      <a:r>
                        <a:rPr lang="en-US" sz="1600" noProof="1">
                          <a:latin typeface="Arial" panose="020B0604020202020204" pitchFamily="34" charset="0"/>
                          <a:cs typeface="Arial" panose="020B0604020202020204" pitchFamily="34" charset="0"/>
                        </a:rPr>
                        <a:t>8</a:t>
                      </a:r>
                    </a:p>
                  </a:txBody>
                  <a:tcPr/>
                </a:tc>
                <a:tc>
                  <a:txBody>
                    <a:bodyPr/>
                    <a:lstStyle/>
                    <a:p>
                      <a:r>
                        <a:rPr lang="en-US" sz="1600" noProof="1">
                          <a:latin typeface="Arial" panose="020B0604020202020204" pitchFamily="34" charset="0"/>
                          <a:cs typeface="Arial" panose="020B0604020202020204" pitchFamily="34" charset="0"/>
                        </a:rPr>
                        <a:t>-5</a:t>
                      </a:r>
                    </a:p>
                  </a:txBody>
                  <a:tcPr/>
                </a:tc>
                <a:extLst>
                  <a:ext uri="{0D108BD9-81ED-4DB2-BD59-A6C34878D82A}">
                    <a16:rowId xmlns:a16="http://schemas.microsoft.com/office/drawing/2014/main" val="4101086309"/>
                  </a:ext>
                </a:extLst>
              </a:tr>
              <a:tr h="338417">
                <a:tc>
                  <a:txBody>
                    <a:bodyPr/>
                    <a:lstStyle/>
                    <a:p>
                      <a:r>
                        <a:rPr lang="en-US" sz="1600" noProof="1">
                          <a:latin typeface="Arial" panose="020B0604020202020204" pitchFamily="34" charset="0"/>
                          <a:cs typeface="Arial" panose="020B0604020202020204" pitchFamily="34" charset="0"/>
                        </a:rPr>
                        <a:t>1</a:t>
                      </a:r>
                    </a:p>
                  </a:txBody>
                  <a:tcPr/>
                </a:tc>
                <a:tc>
                  <a:txBody>
                    <a:bodyPr/>
                    <a:lstStyle/>
                    <a:p>
                      <a:r>
                        <a:rPr lang="en-US" sz="1600" noProof="1">
                          <a:latin typeface="Arial" panose="020B0604020202020204" pitchFamily="34" charset="0"/>
                          <a:cs typeface="Arial" panose="020B0604020202020204" pitchFamily="34" charset="0"/>
                        </a:rPr>
                        <a:t>2</a:t>
                      </a:r>
                    </a:p>
                  </a:txBody>
                  <a:tcPr/>
                </a:tc>
                <a:tc>
                  <a:txBody>
                    <a:bodyPr/>
                    <a:lstStyle/>
                    <a:p>
                      <a:r>
                        <a:rPr lang="en-US" sz="1600" noProof="1">
                          <a:latin typeface="Arial" panose="020B0604020202020204" pitchFamily="34" charset="0"/>
                          <a:cs typeface="Arial" panose="020B0604020202020204" pitchFamily="34" charset="0"/>
                        </a:rPr>
                        <a:t>2</a:t>
                      </a:r>
                    </a:p>
                  </a:txBody>
                  <a:tcPr/>
                </a:tc>
                <a:tc>
                  <a:txBody>
                    <a:bodyPr/>
                    <a:lstStyle/>
                    <a:p>
                      <a:r>
                        <a:rPr lang="en-US" sz="1600" noProof="1">
                          <a:latin typeface="Arial" panose="020B0604020202020204" pitchFamily="34" charset="0"/>
                          <a:cs typeface="Arial" panose="020B0604020202020204" pitchFamily="34" charset="0"/>
                        </a:rPr>
                        <a:t>2</a:t>
                      </a:r>
                    </a:p>
                  </a:txBody>
                  <a:tcPr/>
                </a:tc>
                <a:tc>
                  <a:txBody>
                    <a:bodyPr/>
                    <a:lstStyle/>
                    <a:p>
                      <a:r>
                        <a:rPr lang="en-US" sz="1600" noProof="1">
                          <a:latin typeface="Arial" panose="020B0604020202020204" pitchFamily="34" charset="0"/>
                          <a:cs typeface="Arial" panose="020B0604020202020204" pitchFamily="34" charset="0"/>
                        </a:rPr>
                        <a:t>6</a:t>
                      </a:r>
                    </a:p>
                  </a:txBody>
                  <a:tcPr/>
                </a:tc>
                <a:tc>
                  <a:txBody>
                    <a:bodyPr/>
                    <a:lstStyle/>
                    <a:p>
                      <a:r>
                        <a:rPr lang="en-US" sz="1600" noProof="1">
                          <a:latin typeface="Arial" panose="020B0604020202020204" pitchFamily="34" charset="0"/>
                          <a:cs typeface="Arial" panose="020B0604020202020204" pitchFamily="34" charset="0"/>
                        </a:rPr>
                        <a:t>8</a:t>
                      </a:r>
                    </a:p>
                  </a:txBody>
                  <a:tcPr/>
                </a:tc>
                <a:tc>
                  <a:txBody>
                    <a:bodyPr/>
                    <a:lstStyle/>
                    <a:p>
                      <a:r>
                        <a:rPr lang="en-US" sz="1600" noProof="1">
                          <a:latin typeface="Arial" panose="020B0604020202020204" pitchFamily="34" charset="0"/>
                          <a:cs typeface="Arial" panose="020B0604020202020204" pitchFamily="34" charset="0"/>
                        </a:rPr>
                        <a:t>-2</a:t>
                      </a:r>
                    </a:p>
                  </a:txBody>
                  <a:tcPr/>
                </a:tc>
                <a:extLst>
                  <a:ext uri="{0D108BD9-81ED-4DB2-BD59-A6C34878D82A}">
                    <a16:rowId xmlns:a16="http://schemas.microsoft.com/office/drawing/2014/main" val="160287569"/>
                  </a:ext>
                </a:extLst>
              </a:tr>
              <a:tr h="338417">
                <a:tc>
                  <a:txBody>
                    <a:bodyPr/>
                    <a:lstStyle/>
                    <a:p>
                      <a:r>
                        <a:rPr lang="en-US" sz="1600" noProof="1">
                          <a:latin typeface="Arial" panose="020B0604020202020204" pitchFamily="34" charset="0"/>
                          <a:cs typeface="Arial" panose="020B0604020202020204" pitchFamily="34" charset="0"/>
                        </a:rPr>
                        <a:t>1</a:t>
                      </a:r>
                    </a:p>
                  </a:txBody>
                  <a:tcPr/>
                </a:tc>
                <a:tc>
                  <a:txBody>
                    <a:bodyPr/>
                    <a:lstStyle/>
                    <a:p>
                      <a:r>
                        <a:rPr lang="en-US" sz="1600" noProof="1">
                          <a:latin typeface="Arial" panose="020B0604020202020204" pitchFamily="34" charset="0"/>
                          <a:cs typeface="Arial" panose="020B0604020202020204" pitchFamily="34" charset="0"/>
                        </a:rPr>
                        <a:t>2</a:t>
                      </a:r>
                    </a:p>
                  </a:txBody>
                  <a:tcPr/>
                </a:tc>
                <a:tc>
                  <a:txBody>
                    <a:bodyPr/>
                    <a:lstStyle/>
                    <a:p>
                      <a:r>
                        <a:rPr lang="en-US" sz="1600" noProof="1">
                          <a:latin typeface="Arial" panose="020B0604020202020204" pitchFamily="34" charset="0"/>
                          <a:cs typeface="Arial" panose="020B0604020202020204" pitchFamily="34" charset="0"/>
                        </a:rPr>
                        <a:t>3</a:t>
                      </a:r>
                    </a:p>
                  </a:txBody>
                  <a:tcPr/>
                </a:tc>
                <a:tc>
                  <a:txBody>
                    <a:bodyPr/>
                    <a:lstStyle/>
                    <a:p>
                      <a:r>
                        <a:rPr lang="en-US" sz="1600" noProof="1">
                          <a:latin typeface="Arial" panose="020B0604020202020204" pitchFamily="34" charset="0"/>
                          <a:cs typeface="Arial" panose="020B0604020202020204" pitchFamily="34" charset="0"/>
                        </a:rPr>
                        <a:t>3</a:t>
                      </a:r>
                    </a:p>
                  </a:txBody>
                  <a:tcPr/>
                </a:tc>
                <a:tc>
                  <a:txBody>
                    <a:bodyPr/>
                    <a:lstStyle/>
                    <a:p>
                      <a:r>
                        <a:rPr lang="en-US" sz="1600" noProof="1">
                          <a:latin typeface="Arial" panose="020B0604020202020204" pitchFamily="34" charset="0"/>
                          <a:cs typeface="Arial" panose="020B0604020202020204" pitchFamily="34" charset="0"/>
                        </a:rPr>
                        <a:t>9</a:t>
                      </a:r>
                    </a:p>
                  </a:txBody>
                  <a:tcPr/>
                </a:tc>
                <a:tc>
                  <a:txBody>
                    <a:bodyPr/>
                    <a:lstStyle/>
                    <a:p>
                      <a:r>
                        <a:rPr lang="en-US" sz="1600" noProof="1">
                          <a:latin typeface="Arial" panose="020B0604020202020204" pitchFamily="34" charset="0"/>
                          <a:cs typeface="Arial" panose="020B0604020202020204" pitchFamily="34" charset="0"/>
                        </a:rPr>
                        <a:t>8</a:t>
                      </a:r>
                    </a:p>
                  </a:txBody>
                  <a:tcPr/>
                </a:tc>
                <a:tc>
                  <a:txBody>
                    <a:bodyPr/>
                    <a:lstStyle/>
                    <a:p>
                      <a:r>
                        <a:rPr lang="en-US" sz="1600" noProof="1">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230629875"/>
                  </a:ext>
                </a:extLst>
              </a:tr>
              <a:tr h="338417">
                <a:tc>
                  <a:txBody>
                    <a:bodyPr/>
                    <a:lstStyle/>
                    <a:p>
                      <a:r>
                        <a:rPr lang="en-US" sz="1600" noProof="1">
                          <a:latin typeface="Arial" panose="020B0604020202020204" pitchFamily="34" charset="0"/>
                          <a:cs typeface="Arial" panose="020B0604020202020204" pitchFamily="34" charset="0"/>
                        </a:rPr>
                        <a:t>1</a:t>
                      </a:r>
                    </a:p>
                  </a:txBody>
                  <a:tcPr/>
                </a:tc>
                <a:tc>
                  <a:txBody>
                    <a:bodyPr/>
                    <a:lstStyle/>
                    <a:p>
                      <a:r>
                        <a:rPr lang="en-US" sz="1600" noProof="1">
                          <a:latin typeface="Arial" panose="020B0604020202020204" pitchFamily="34" charset="0"/>
                          <a:cs typeface="Arial" panose="020B0604020202020204" pitchFamily="34" charset="0"/>
                        </a:rPr>
                        <a:t>2</a:t>
                      </a:r>
                    </a:p>
                  </a:txBody>
                  <a:tcPr/>
                </a:tc>
                <a:tc>
                  <a:txBody>
                    <a:bodyPr/>
                    <a:lstStyle/>
                    <a:p>
                      <a:r>
                        <a:rPr lang="en-US" sz="1600" noProof="1">
                          <a:latin typeface="Arial" panose="020B0604020202020204" pitchFamily="34" charset="0"/>
                          <a:cs typeface="Arial" panose="020B0604020202020204" pitchFamily="34" charset="0"/>
                        </a:rPr>
                        <a:t>2.5</a:t>
                      </a:r>
                    </a:p>
                  </a:txBody>
                  <a:tcPr/>
                </a:tc>
                <a:tc>
                  <a:txBody>
                    <a:bodyPr/>
                    <a:lstStyle/>
                    <a:p>
                      <a:r>
                        <a:rPr lang="en-US" sz="1600" noProof="1">
                          <a:latin typeface="Arial" panose="020B0604020202020204" pitchFamily="34" charset="0"/>
                          <a:cs typeface="Arial" panose="020B0604020202020204" pitchFamily="34" charset="0"/>
                        </a:rPr>
                        <a:t>2.5</a:t>
                      </a:r>
                    </a:p>
                  </a:txBody>
                  <a:tcPr/>
                </a:tc>
                <a:tc>
                  <a:txBody>
                    <a:bodyPr/>
                    <a:lstStyle/>
                    <a:p>
                      <a:r>
                        <a:rPr lang="en-US" sz="1600" noProof="1">
                          <a:latin typeface="Arial" panose="020B0604020202020204" pitchFamily="34" charset="0"/>
                          <a:cs typeface="Arial" panose="020B0604020202020204" pitchFamily="34" charset="0"/>
                        </a:rPr>
                        <a:t>7.5</a:t>
                      </a:r>
                    </a:p>
                  </a:txBody>
                  <a:tcPr/>
                </a:tc>
                <a:tc>
                  <a:txBody>
                    <a:bodyPr/>
                    <a:lstStyle/>
                    <a:p>
                      <a:r>
                        <a:rPr lang="en-US" sz="1600" noProof="1">
                          <a:latin typeface="Arial" panose="020B0604020202020204" pitchFamily="34" charset="0"/>
                          <a:cs typeface="Arial" panose="020B0604020202020204" pitchFamily="34" charset="0"/>
                        </a:rPr>
                        <a:t>8</a:t>
                      </a:r>
                    </a:p>
                  </a:txBody>
                  <a:tcPr/>
                </a:tc>
                <a:tc>
                  <a:txBody>
                    <a:bodyPr/>
                    <a:lstStyle/>
                    <a:p>
                      <a:r>
                        <a:rPr lang="en-US" sz="1600" noProof="1">
                          <a:latin typeface="Arial" panose="020B0604020202020204" pitchFamily="34" charset="0"/>
                          <a:cs typeface="Arial" panose="020B0604020202020204" pitchFamily="34" charset="0"/>
                        </a:rPr>
                        <a:t>-0.5</a:t>
                      </a:r>
                    </a:p>
                  </a:txBody>
                  <a:tcPr/>
                </a:tc>
                <a:extLst>
                  <a:ext uri="{0D108BD9-81ED-4DB2-BD59-A6C34878D82A}">
                    <a16:rowId xmlns:a16="http://schemas.microsoft.com/office/drawing/2014/main" val="2874022480"/>
                  </a:ext>
                </a:extLst>
              </a:tr>
              <a:tr h="338417">
                <a:tc>
                  <a:txBody>
                    <a:bodyPr/>
                    <a:lstStyle/>
                    <a:p>
                      <a:r>
                        <a:rPr lang="en-US" sz="1600" noProof="1">
                          <a:latin typeface="Arial" panose="020B0604020202020204" pitchFamily="34" charset="0"/>
                          <a:cs typeface="Arial" panose="020B0604020202020204" pitchFamily="34" charset="0"/>
                        </a:rPr>
                        <a:t>1</a:t>
                      </a:r>
                    </a:p>
                  </a:txBody>
                  <a:tcPr/>
                </a:tc>
                <a:tc>
                  <a:txBody>
                    <a:bodyPr/>
                    <a:lstStyle/>
                    <a:p>
                      <a:r>
                        <a:rPr lang="en-US" sz="1600" noProof="1">
                          <a:latin typeface="Arial" panose="020B0604020202020204" pitchFamily="34" charset="0"/>
                          <a:cs typeface="Arial" panose="020B0604020202020204" pitchFamily="34" charset="0"/>
                        </a:rPr>
                        <a:t>2</a:t>
                      </a:r>
                    </a:p>
                  </a:txBody>
                  <a:tcPr/>
                </a:tc>
                <a:tc>
                  <a:txBody>
                    <a:bodyPr/>
                    <a:lstStyle/>
                    <a:p>
                      <a:r>
                        <a:rPr lang="en-US" sz="1600" noProof="1">
                          <a:latin typeface="Arial" panose="020B0604020202020204" pitchFamily="34" charset="0"/>
                          <a:cs typeface="Arial" panose="020B0604020202020204" pitchFamily="34" charset="0"/>
                        </a:rPr>
                        <a:t>2.75</a:t>
                      </a:r>
                    </a:p>
                  </a:txBody>
                  <a:tcPr/>
                </a:tc>
                <a:tc>
                  <a:txBody>
                    <a:bodyPr/>
                    <a:lstStyle/>
                    <a:p>
                      <a:r>
                        <a:rPr lang="en-US" sz="1600" noProof="1">
                          <a:latin typeface="Arial" panose="020B0604020202020204" pitchFamily="34" charset="0"/>
                          <a:cs typeface="Arial" panose="020B0604020202020204" pitchFamily="34" charset="0"/>
                        </a:rPr>
                        <a:t>2.75</a:t>
                      </a:r>
                    </a:p>
                  </a:txBody>
                  <a:tcPr/>
                </a:tc>
                <a:tc>
                  <a:txBody>
                    <a:bodyPr/>
                    <a:lstStyle/>
                    <a:p>
                      <a:r>
                        <a:rPr lang="en-US" sz="1600" noProof="1">
                          <a:latin typeface="Arial" panose="020B0604020202020204" pitchFamily="34" charset="0"/>
                          <a:cs typeface="Arial" panose="020B0604020202020204" pitchFamily="34" charset="0"/>
                        </a:rPr>
                        <a:t>8.25</a:t>
                      </a:r>
                    </a:p>
                  </a:txBody>
                  <a:tcPr/>
                </a:tc>
                <a:tc>
                  <a:txBody>
                    <a:bodyPr/>
                    <a:lstStyle/>
                    <a:p>
                      <a:r>
                        <a:rPr lang="en-US" sz="1600" noProof="1">
                          <a:latin typeface="Arial" panose="020B0604020202020204" pitchFamily="34" charset="0"/>
                          <a:cs typeface="Arial" panose="020B0604020202020204" pitchFamily="34" charset="0"/>
                        </a:rPr>
                        <a:t>8</a:t>
                      </a:r>
                    </a:p>
                  </a:txBody>
                  <a:tcPr/>
                </a:tc>
                <a:tc>
                  <a:txBody>
                    <a:bodyPr/>
                    <a:lstStyle/>
                    <a:p>
                      <a:r>
                        <a:rPr lang="en-US" sz="1600" noProof="1">
                          <a:latin typeface="Arial" panose="020B0604020202020204" pitchFamily="34" charset="0"/>
                          <a:cs typeface="Arial" panose="020B0604020202020204" pitchFamily="34" charset="0"/>
                        </a:rPr>
                        <a:t>0.25</a:t>
                      </a:r>
                    </a:p>
                  </a:txBody>
                  <a:tcPr/>
                </a:tc>
                <a:extLst>
                  <a:ext uri="{0D108BD9-81ED-4DB2-BD59-A6C34878D82A}">
                    <a16:rowId xmlns:a16="http://schemas.microsoft.com/office/drawing/2014/main" val="3324451467"/>
                  </a:ext>
                </a:extLst>
              </a:tr>
              <a:tr h="338417">
                <a:tc>
                  <a:txBody>
                    <a:bodyPr/>
                    <a:lstStyle/>
                    <a:p>
                      <a:r>
                        <a:rPr lang="en-US" sz="1600" noProof="1">
                          <a:latin typeface="Arial" panose="020B0604020202020204" pitchFamily="34" charset="0"/>
                          <a:cs typeface="Arial" panose="020B0604020202020204" pitchFamily="34" charset="0"/>
                        </a:rPr>
                        <a:t>1</a:t>
                      </a:r>
                    </a:p>
                  </a:txBody>
                  <a:tcPr/>
                </a:tc>
                <a:tc>
                  <a:txBody>
                    <a:bodyPr/>
                    <a:lstStyle/>
                    <a:p>
                      <a:r>
                        <a:rPr lang="en-US" sz="1600" noProof="1">
                          <a:latin typeface="Arial" panose="020B0604020202020204" pitchFamily="34" charset="0"/>
                          <a:cs typeface="Arial" panose="020B0604020202020204" pitchFamily="34" charset="0"/>
                        </a:rPr>
                        <a:t>2</a:t>
                      </a:r>
                    </a:p>
                  </a:txBody>
                  <a:tcPr/>
                </a:tc>
                <a:tc>
                  <a:txBody>
                    <a:bodyPr/>
                    <a:lstStyle/>
                    <a:p>
                      <a:r>
                        <a:rPr lang="en-US" sz="1600" noProof="1">
                          <a:latin typeface="Arial" panose="020B0604020202020204" pitchFamily="34" charset="0"/>
                          <a:cs typeface="Arial" panose="020B0604020202020204" pitchFamily="34" charset="0"/>
                        </a:rPr>
                        <a:t>2.6</a:t>
                      </a:r>
                    </a:p>
                  </a:txBody>
                  <a:tcPr/>
                </a:tc>
                <a:tc>
                  <a:txBody>
                    <a:bodyPr/>
                    <a:lstStyle/>
                    <a:p>
                      <a:r>
                        <a:rPr lang="en-US" sz="1600" noProof="1">
                          <a:latin typeface="Arial" panose="020B0604020202020204" pitchFamily="34" charset="0"/>
                          <a:cs typeface="Arial" panose="020B0604020202020204" pitchFamily="34" charset="0"/>
                        </a:rPr>
                        <a:t>2.9</a:t>
                      </a:r>
                    </a:p>
                  </a:txBody>
                  <a:tcPr/>
                </a:tc>
                <a:tc>
                  <a:txBody>
                    <a:bodyPr/>
                    <a:lstStyle/>
                    <a:p>
                      <a:r>
                        <a:rPr lang="en-US" sz="1600" noProof="1">
                          <a:latin typeface="Arial" panose="020B0604020202020204" pitchFamily="34" charset="0"/>
                          <a:cs typeface="Arial" panose="020B0604020202020204" pitchFamily="34" charset="0"/>
                        </a:rPr>
                        <a:t>8.4</a:t>
                      </a:r>
                    </a:p>
                  </a:txBody>
                  <a:tcPr/>
                </a:tc>
                <a:tc>
                  <a:txBody>
                    <a:bodyPr/>
                    <a:lstStyle/>
                    <a:p>
                      <a:r>
                        <a:rPr lang="en-US" sz="1600" noProof="1">
                          <a:latin typeface="Arial" panose="020B0604020202020204" pitchFamily="34" charset="0"/>
                          <a:cs typeface="Arial" panose="020B0604020202020204" pitchFamily="34" charset="0"/>
                        </a:rPr>
                        <a:t>8</a:t>
                      </a:r>
                    </a:p>
                  </a:txBody>
                  <a:tcPr/>
                </a:tc>
                <a:tc>
                  <a:txBody>
                    <a:bodyPr/>
                    <a:lstStyle/>
                    <a:p>
                      <a:r>
                        <a:rPr lang="en-US" sz="1600" noProof="1">
                          <a:latin typeface="Arial" panose="020B0604020202020204" pitchFamily="34" charset="0"/>
                          <a:cs typeface="Arial" panose="020B0604020202020204" pitchFamily="34" charset="0"/>
                        </a:rPr>
                        <a:t>0.4</a:t>
                      </a:r>
                    </a:p>
                  </a:txBody>
                  <a:tcPr/>
                </a:tc>
                <a:extLst>
                  <a:ext uri="{0D108BD9-81ED-4DB2-BD59-A6C34878D82A}">
                    <a16:rowId xmlns:a16="http://schemas.microsoft.com/office/drawing/2014/main" val="3586466019"/>
                  </a:ext>
                </a:extLst>
              </a:tr>
              <a:tr h="338417">
                <a:tc>
                  <a:txBody>
                    <a:bodyPr/>
                    <a:lstStyle/>
                    <a:p>
                      <a:r>
                        <a:rPr lang="en-US" sz="1600" noProof="1">
                          <a:latin typeface="Arial" panose="020B0604020202020204" pitchFamily="34" charset="0"/>
                          <a:cs typeface="Arial" panose="020B0604020202020204" pitchFamily="34" charset="0"/>
                        </a:rPr>
                        <a:t>1</a:t>
                      </a:r>
                    </a:p>
                  </a:txBody>
                  <a:tcPr/>
                </a:tc>
                <a:tc>
                  <a:txBody>
                    <a:bodyPr/>
                    <a:lstStyle/>
                    <a:p>
                      <a:r>
                        <a:rPr lang="en-US" sz="1600" noProof="1">
                          <a:latin typeface="Arial" panose="020B0604020202020204" pitchFamily="34" charset="0"/>
                          <a:cs typeface="Arial" panose="020B0604020202020204" pitchFamily="34" charset="0"/>
                        </a:rPr>
                        <a:t>2</a:t>
                      </a:r>
                    </a:p>
                  </a:txBody>
                  <a:tcPr/>
                </a:tc>
                <a:tc>
                  <a:txBody>
                    <a:bodyPr/>
                    <a:lstStyle/>
                    <a:p>
                      <a:r>
                        <a:rPr lang="en-US" sz="1600" noProof="1">
                          <a:latin typeface="Arial" panose="020B0604020202020204" pitchFamily="34" charset="0"/>
                          <a:cs typeface="Arial" panose="020B0604020202020204" pitchFamily="34" charset="0"/>
                        </a:rPr>
                        <a:t>2.7</a:t>
                      </a:r>
                    </a:p>
                  </a:txBody>
                  <a:tcPr/>
                </a:tc>
                <a:tc>
                  <a:txBody>
                    <a:bodyPr/>
                    <a:lstStyle/>
                    <a:p>
                      <a:r>
                        <a:rPr lang="en-US" sz="1600" noProof="1">
                          <a:latin typeface="Arial" panose="020B0604020202020204" pitchFamily="34" charset="0"/>
                          <a:cs typeface="Arial" panose="020B0604020202020204" pitchFamily="34" charset="0"/>
                        </a:rPr>
                        <a:t>2.6</a:t>
                      </a:r>
                    </a:p>
                  </a:txBody>
                  <a:tcPr/>
                </a:tc>
                <a:tc>
                  <a:txBody>
                    <a:bodyPr/>
                    <a:lstStyle/>
                    <a:p>
                      <a:r>
                        <a:rPr lang="en-US" sz="1600" noProof="1">
                          <a:latin typeface="Arial" panose="020B0604020202020204" pitchFamily="34" charset="0"/>
                          <a:cs typeface="Arial" panose="020B0604020202020204" pitchFamily="34" charset="0"/>
                        </a:rPr>
                        <a:t>7.9</a:t>
                      </a:r>
                    </a:p>
                  </a:txBody>
                  <a:tcPr/>
                </a:tc>
                <a:tc>
                  <a:txBody>
                    <a:bodyPr/>
                    <a:lstStyle/>
                    <a:p>
                      <a:r>
                        <a:rPr lang="en-US" sz="1600" noProof="1">
                          <a:latin typeface="Arial" panose="020B0604020202020204" pitchFamily="34" charset="0"/>
                          <a:cs typeface="Arial" panose="020B0604020202020204" pitchFamily="34" charset="0"/>
                        </a:rPr>
                        <a:t>8</a:t>
                      </a:r>
                    </a:p>
                  </a:txBody>
                  <a:tcPr/>
                </a:tc>
                <a:tc>
                  <a:txBody>
                    <a:bodyPr/>
                    <a:lstStyle/>
                    <a:p>
                      <a:r>
                        <a:rPr lang="en-US" sz="1600" noProof="1">
                          <a:latin typeface="Arial" panose="020B0604020202020204" pitchFamily="34" charset="0"/>
                          <a:cs typeface="Arial" panose="020B0604020202020204" pitchFamily="34" charset="0"/>
                        </a:rPr>
                        <a:t>-0.1</a:t>
                      </a:r>
                    </a:p>
                  </a:txBody>
                  <a:tcPr/>
                </a:tc>
                <a:extLst>
                  <a:ext uri="{0D108BD9-81ED-4DB2-BD59-A6C34878D82A}">
                    <a16:rowId xmlns:a16="http://schemas.microsoft.com/office/drawing/2014/main" val="3756250774"/>
                  </a:ext>
                </a:extLst>
              </a:tr>
              <a:tr h="338417">
                <a:tc>
                  <a:txBody>
                    <a:bodyPr/>
                    <a:lstStyle/>
                    <a:p>
                      <a:r>
                        <a:rPr lang="en-US" sz="1600" noProof="1">
                          <a:latin typeface="Arial" panose="020B0604020202020204" pitchFamily="34" charset="0"/>
                          <a:cs typeface="Arial" panose="020B0604020202020204" pitchFamily="34" charset="0"/>
                        </a:rPr>
                        <a:t>1</a:t>
                      </a:r>
                    </a:p>
                  </a:txBody>
                  <a:tcPr/>
                </a:tc>
                <a:tc>
                  <a:txBody>
                    <a:bodyPr/>
                    <a:lstStyle/>
                    <a:p>
                      <a:r>
                        <a:rPr lang="en-US" sz="1600" noProof="1">
                          <a:latin typeface="Arial" panose="020B0604020202020204" pitchFamily="34" charset="0"/>
                          <a:cs typeface="Arial" panose="020B0604020202020204" pitchFamily="34" charset="0"/>
                        </a:rPr>
                        <a:t>2</a:t>
                      </a:r>
                    </a:p>
                  </a:txBody>
                  <a:tcPr/>
                </a:tc>
                <a:tc>
                  <a:txBody>
                    <a:bodyPr/>
                    <a:lstStyle/>
                    <a:p>
                      <a:r>
                        <a:rPr lang="en-US" sz="1600" noProof="1">
                          <a:latin typeface="Arial" panose="020B0604020202020204" pitchFamily="34" charset="0"/>
                          <a:cs typeface="Arial" panose="020B0604020202020204" pitchFamily="34" charset="0"/>
                        </a:rPr>
                        <a:t>Etc</a:t>
                      </a:r>
                    </a:p>
                  </a:txBody>
                  <a:tcPr/>
                </a:tc>
                <a:tc>
                  <a:txBody>
                    <a:bodyPr/>
                    <a:lstStyle/>
                    <a:p>
                      <a:r>
                        <a:rPr lang="en-US" sz="1600" noProof="1">
                          <a:latin typeface="Arial" panose="020B0604020202020204" pitchFamily="34" charset="0"/>
                          <a:cs typeface="Arial" panose="020B0604020202020204" pitchFamily="34" charset="0"/>
                        </a:rPr>
                        <a:t>Etc</a:t>
                      </a:r>
                    </a:p>
                  </a:txBody>
                  <a:tcPr/>
                </a:tc>
                <a:tc>
                  <a:txBody>
                    <a:bodyPr/>
                    <a:lstStyle/>
                    <a:p>
                      <a:r>
                        <a:rPr lang="en-US" sz="1600" noProof="1">
                          <a:latin typeface="Arial" panose="020B0604020202020204" pitchFamily="34" charset="0"/>
                          <a:cs typeface="Arial" panose="020B0604020202020204" pitchFamily="34" charset="0"/>
                        </a:rPr>
                        <a:t>Etc</a:t>
                      </a:r>
                    </a:p>
                  </a:txBody>
                  <a:tcPr/>
                </a:tc>
                <a:tc>
                  <a:txBody>
                    <a:bodyPr/>
                    <a:lstStyle/>
                    <a:p>
                      <a:r>
                        <a:rPr lang="en-US" sz="1600" noProof="1">
                          <a:latin typeface="Arial" panose="020B0604020202020204" pitchFamily="34" charset="0"/>
                          <a:cs typeface="Arial" panose="020B0604020202020204" pitchFamily="34" charset="0"/>
                        </a:rPr>
                        <a:t>8</a:t>
                      </a:r>
                    </a:p>
                  </a:txBody>
                  <a:tcPr/>
                </a:tc>
                <a:tc>
                  <a:txBody>
                    <a:bodyPr/>
                    <a:lstStyle/>
                    <a:p>
                      <a:r>
                        <a:rPr lang="en-US" sz="1600" noProof="1">
                          <a:latin typeface="Arial" panose="020B0604020202020204" pitchFamily="34" charset="0"/>
                          <a:cs typeface="Arial" panose="020B0604020202020204" pitchFamily="34" charset="0"/>
                        </a:rPr>
                        <a:t>Etc</a:t>
                      </a:r>
                    </a:p>
                  </a:txBody>
                  <a:tcPr/>
                </a:tc>
                <a:extLst>
                  <a:ext uri="{0D108BD9-81ED-4DB2-BD59-A6C34878D82A}">
                    <a16:rowId xmlns:a16="http://schemas.microsoft.com/office/drawing/2014/main" val="960607050"/>
                  </a:ext>
                </a:extLst>
              </a:tr>
            </a:tbl>
          </a:graphicData>
        </a:graphic>
      </p:graphicFrame>
    </p:spTree>
    <p:extLst>
      <p:ext uri="{BB962C8B-B14F-4D97-AF65-F5344CB8AC3E}">
        <p14:creationId xmlns:p14="http://schemas.microsoft.com/office/powerpoint/2010/main" val="1044879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6768DA71-B7B9-A13B-A04D-D07E292903B0}"/>
              </a:ext>
            </a:extLst>
          </p:cNvPr>
          <p:cNvSpPr>
            <a:spLocks noGrp="1"/>
          </p:cNvSpPr>
          <p:nvPr>
            <p:ph type="body" sz="quarter" idx="10"/>
          </p:nvPr>
        </p:nvSpPr>
        <p:spPr/>
        <p:txBody>
          <a:bodyPr>
            <a:normAutofit fontScale="92500" lnSpcReduction="10000"/>
          </a:bodyPr>
          <a:lstStyle/>
          <a:p>
            <a:endParaRPr lang="en-US" noProof="1"/>
          </a:p>
          <a:p>
            <a:endParaRPr lang="en-US" noProof="1"/>
          </a:p>
          <a:p>
            <a:endParaRPr lang="en-US" noProof="1"/>
          </a:p>
          <a:p>
            <a:endParaRPr lang="en-US" noProof="1"/>
          </a:p>
          <a:p>
            <a:endParaRPr lang="en-US" noProof="1"/>
          </a:p>
          <a:p>
            <a:endParaRPr lang="en-US" noProof="1"/>
          </a:p>
          <a:p>
            <a:endParaRPr lang="en-US" noProof="1"/>
          </a:p>
          <a:p>
            <a:endParaRPr lang="en-US" noProof="1"/>
          </a:p>
          <a:p>
            <a:endParaRPr lang="en-US" noProof="1"/>
          </a:p>
          <a:p>
            <a:pPr marL="342900" indent="-342900">
              <a:buFont typeface="Arial" panose="020B0604020202020204" pitchFamily="34" charset="0"/>
              <a:buChar char="•"/>
            </a:pPr>
            <a:r>
              <a:rPr lang="en-US" noProof="1"/>
              <a:t>As you can see, we get close to the correct value but never quite reach it.</a:t>
            </a:r>
          </a:p>
          <a:p>
            <a:pPr marL="342900" indent="-342900">
              <a:buFont typeface="Arial" panose="020B0604020202020204" pitchFamily="34" charset="0"/>
              <a:buChar char="•"/>
            </a:pPr>
            <a:r>
              <a:rPr lang="en-US" noProof="1"/>
              <a:t>We can also see the model stops improving meaningfully after iteration 3.</a:t>
            </a:r>
          </a:p>
          <a:p>
            <a:pPr marL="342900" indent="-342900">
              <a:buFont typeface="Arial" panose="020B0604020202020204" pitchFamily="34" charset="0"/>
              <a:buChar char="•"/>
            </a:pPr>
            <a:r>
              <a:rPr lang="en-US" noProof="1"/>
              <a:t>In AI / ML we use the fact that the performance score “flattens out” to decide when to stop training.</a:t>
            </a:r>
          </a:p>
        </p:txBody>
      </p:sp>
      <p:sp>
        <p:nvSpPr>
          <p:cNvPr id="3" name="Titel 2">
            <a:extLst>
              <a:ext uri="{FF2B5EF4-FFF2-40B4-BE49-F238E27FC236}">
                <a16:creationId xmlns:a16="http://schemas.microsoft.com/office/drawing/2014/main" id="{E61CC5A1-9593-B5F9-D0C6-E2764FF54852}"/>
              </a:ext>
            </a:extLst>
          </p:cNvPr>
          <p:cNvSpPr>
            <a:spLocks noGrp="1"/>
          </p:cNvSpPr>
          <p:nvPr>
            <p:ph type="title"/>
          </p:nvPr>
        </p:nvSpPr>
        <p:spPr/>
        <p:txBody>
          <a:bodyPr/>
          <a:lstStyle/>
          <a:p>
            <a:r>
              <a:rPr lang="en-US" noProof="1"/>
              <a:t>Graph the training session again</a:t>
            </a:r>
          </a:p>
        </p:txBody>
      </p:sp>
      <p:graphicFrame>
        <p:nvGraphicFramePr>
          <p:cNvPr id="5" name="Grafiek 4">
            <a:extLst>
              <a:ext uri="{FF2B5EF4-FFF2-40B4-BE49-F238E27FC236}">
                <a16:creationId xmlns:a16="http://schemas.microsoft.com/office/drawing/2014/main" id="{289D77A0-FB08-4569-B234-762B5737A086}"/>
              </a:ext>
            </a:extLst>
          </p:cNvPr>
          <p:cNvGraphicFramePr>
            <a:graphicFrameLocks/>
          </p:cNvGraphicFramePr>
          <p:nvPr>
            <p:extLst>
              <p:ext uri="{D42A27DB-BD31-4B8C-83A1-F6EECF244321}">
                <p14:modId xmlns:p14="http://schemas.microsoft.com/office/powerpoint/2010/main" val="3124609997"/>
              </p:ext>
            </p:extLst>
          </p:nvPr>
        </p:nvGraphicFramePr>
        <p:xfrm>
          <a:off x="2286000" y="2057400"/>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74672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jdelijke aanduiding voor tekst 1">
                <a:extLst>
                  <a:ext uri="{FF2B5EF4-FFF2-40B4-BE49-F238E27FC236}">
                    <a16:creationId xmlns:a16="http://schemas.microsoft.com/office/drawing/2014/main" id="{EAC1AEC4-A63A-2584-1E5B-23EC648CCFED}"/>
                  </a:ext>
                </a:extLst>
              </p:cNvPr>
              <p:cNvSpPr>
                <a:spLocks noGrp="1"/>
              </p:cNvSpPr>
              <p:nvPr>
                <p:ph type="body" sz="quarter" idx="10"/>
              </p:nvPr>
            </p:nvSpPr>
            <p:spPr/>
            <p:txBody>
              <a:bodyPr>
                <a:normAutofit fontScale="92500" lnSpcReduction="10000"/>
              </a:bodyPr>
              <a:lstStyle/>
              <a:p>
                <a:pPr marL="342900" indent="-342900">
                  <a:buFont typeface="Arial" panose="020B0604020202020204" pitchFamily="34" charset="0"/>
                  <a:buChar char="•"/>
                </a:pPr>
                <a:r>
                  <a:rPr lang="en-US" noProof="1"/>
                  <a:t>Until now we have trained a linear model (</a:t>
                </a:r>
                <a14:m>
                  <m:oMath xmlns:m="http://schemas.openxmlformats.org/officeDocument/2006/math">
                    <m:r>
                      <a:rPr lang="en-US" b="0" i="1" noProof="1" dirty="0" smtClean="0">
                        <a:latin typeface="Cambria Math" panose="02040503050406030204" pitchFamily="18" charset="0"/>
                      </a:rPr>
                      <m:t>𝑧</m:t>
                    </m:r>
                    <m:r>
                      <a:rPr lang="en-US" b="0" i="1" noProof="1" dirty="0" smtClean="0">
                        <a:latin typeface="Cambria Math" panose="02040503050406030204" pitchFamily="18" charset="0"/>
                      </a:rPr>
                      <m:t>=</m:t>
                    </m:r>
                    <m:r>
                      <a:rPr lang="en-US" b="0" i="1" noProof="1" dirty="0" smtClean="0">
                        <a:latin typeface="Cambria Math" panose="02040503050406030204" pitchFamily="18" charset="0"/>
                      </a:rPr>
                      <m:t>𝑎𝑥</m:t>
                    </m:r>
                    <m:r>
                      <a:rPr lang="en-US" b="0" i="1" noProof="1" dirty="0" smtClean="0">
                        <a:latin typeface="Cambria Math" panose="02040503050406030204" pitchFamily="18" charset="0"/>
                      </a:rPr>
                      <m:t>+</m:t>
                    </m:r>
                    <m:r>
                      <a:rPr lang="en-US" b="0" i="1" noProof="1" dirty="0" smtClean="0">
                        <a:latin typeface="Cambria Math" panose="02040503050406030204" pitchFamily="18" charset="0"/>
                      </a:rPr>
                      <m:t>𝑏𝑦</m:t>
                    </m:r>
                    <m:r>
                      <a:rPr lang="en-US" b="0" i="1" noProof="1" dirty="0" smtClean="0">
                        <a:latin typeface="Cambria Math" panose="02040503050406030204" pitchFamily="18" charset="0"/>
                      </a:rPr>
                      <m:t> </m:t>
                    </m:r>
                  </m:oMath>
                </a14:m>
                <a:r>
                  <a:rPr lang="en-US" noProof="1"/>
                  <a:t>). We could (and should) have done this with simple linear regression, of course.</a:t>
                </a:r>
              </a:p>
              <a:p>
                <a:pPr marL="342900" indent="-342900">
                  <a:buFont typeface="Arial" panose="020B0604020202020204" pitchFamily="34" charset="0"/>
                  <a:buChar char="•"/>
                </a:pPr>
                <a:r>
                  <a:rPr lang="en-US" noProof="1"/>
                  <a:t>However, most problems are not linear.</a:t>
                </a:r>
              </a:p>
              <a:p>
                <a:pPr marL="342900" indent="-342900">
                  <a:buFont typeface="Arial" panose="020B0604020202020204" pitchFamily="34" charset="0"/>
                  <a:buChar char="•"/>
                </a:pPr>
                <a:r>
                  <a:rPr lang="en-US" noProof="1"/>
                  <a:t>It turns out, you can approximate any curve you want using a combination of a linear function and an activation function.</a:t>
                </a:r>
              </a:p>
              <a:p>
                <a:pPr marL="342900" indent="-342900">
                  <a:buFont typeface="Arial" panose="020B0604020202020204" pitchFamily="34" charset="0"/>
                  <a:buChar char="•"/>
                </a:pPr>
                <a:endParaRPr lang="en-US" noProof="1"/>
              </a:p>
              <a:p>
                <a:pPr marL="342900" indent="-342900">
                  <a:buFont typeface="Arial" panose="020B0604020202020204" pitchFamily="34" charset="0"/>
                  <a:buChar char="•"/>
                </a:pPr>
                <a:endParaRPr lang="en-US" noProof="1"/>
              </a:p>
              <a:p>
                <a:pPr marL="342900" indent="-342900">
                  <a:buFont typeface="Arial" panose="020B0604020202020204" pitchFamily="34" charset="0"/>
                  <a:buChar char="•"/>
                </a:pPr>
                <a:endParaRPr lang="en-US" noProof="1"/>
              </a:p>
              <a:p>
                <a:pPr marL="342900" indent="-342900">
                  <a:buFont typeface="Arial" panose="020B0604020202020204" pitchFamily="34" charset="0"/>
                  <a:buChar char="•"/>
                </a:pPr>
                <a:endParaRPr lang="en-US" noProof="1"/>
              </a:p>
              <a:p>
                <a:pPr marL="342900" indent="-342900">
                  <a:buFont typeface="Arial" panose="020B0604020202020204" pitchFamily="34" charset="0"/>
                  <a:buChar char="•"/>
                </a:pPr>
                <a:endParaRPr lang="en-US" noProof="1"/>
              </a:p>
              <a:p>
                <a:pPr marL="342900" indent="-342900">
                  <a:buFont typeface="Arial" panose="020B0604020202020204" pitchFamily="34" charset="0"/>
                  <a:buChar char="•"/>
                </a:pPr>
                <a:endParaRPr lang="en-US" noProof="1"/>
              </a:p>
              <a:p>
                <a:pPr marL="342900" indent="-342900">
                  <a:buFont typeface="Arial" panose="020B0604020202020204" pitchFamily="34" charset="0"/>
                  <a:buChar char="•"/>
                </a:pPr>
                <a:endParaRPr lang="en-US" noProof="1"/>
              </a:p>
              <a:p>
                <a:pPr marL="342900" indent="-342900">
                  <a:buFont typeface="Arial" panose="020B0604020202020204" pitchFamily="34" charset="0"/>
                  <a:buChar char="•"/>
                </a:pPr>
                <a:r>
                  <a:rPr lang="en-US" noProof="1"/>
                  <a:t>Let’s change our model from: </a:t>
                </a:r>
                <a14:m>
                  <m:oMath xmlns:m="http://schemas.openxmlformats.org/officeDocument/2006/math">
                    <m:r>
                      <a:rPr lang="en-US" b="0" i="1" noProof="1" dirty="0" smtClean="0">
                        <a:latin typeface="Cambria Math" panose="02040503050406030204" pitchFamily="18" charset="0"/>
                      </a:rPr>
                      <m:t>𝑧</m:t>
                    </m:r>
                    <m:r>
                      <a:rPr lang="en-US" b="0" i="1" noProof="1" dirty="0" smtClean="0">
                        <a:latin typeface="Cambria Math" panose="02040503050406030204" pitchFamily="18" charset="0"/>
                      </a:rPr>
                      <m:t>=</m:t>
                    </m:r>
                    <m:r>
                      <a:rPr lang="en-US" b="0" i="1" noProof="1" dirty="0" smtClean="0">
                        <a:latin typeface="Cambria Math" panose="02040503050406030204" pitchFamily="18" charset="0"/>
                      </a:rPr>
                      <m:t>𝑎𝑥</m:t>
                    </m:r>
                    <m:r>
                      <a:rPr lang="en-US" b="0" i="1" noProof="1" dirty="0" smtClean="0">
                        <a:latin typeface="Cambria Math" panose="02040503050406030204" pitchFamily="18" charset="0"/>
                      </a:rPr>
                      <m:t>+</m:t>
                    </m:r>
                    <m:r>
                      <a:rPr lang="en-US" b="0" i="1" noProof="1" dirty="0" smtClean="0">
                        <a:latin typeface="Cambria Math" panose="02040503050406030204" pitchFamily="18" charset="0"/>
                      </a:rPr>
                      <m:t>𝑏𝑦</m:t>
                    </m:r>
                    <m:r>
                      <a:rPr lang="en-US" b="0" i="1" noProof="1" dirty="0" smtClean="0">
                        <a:latin typeface="Cambria Math" panose="02040503050406030204" pitchFamily="18" charset="0"/>
                      </a:rPr>
                      <m:t> </m:t>
                    </m:r>
                  </m:oMath>
                </a14:m>
                <a:r>
                  <a:rPr lang="en-US" noProof="1"/>
                  <a:t>for </a:t>
                </a:r>
                <a14:m>
                  <m:oMath xmlns:m="http://schemas.openxmlformats.org/officeDocument/2006/math">
                    <m:r>
                      <a:rPr lang="en-US" i="1" noProof="1" dirty="0" smtClean="0">
                        <a:latin typeface="Cambria Math" panose="02040503050406030204" pitchFamily="18" charset="0"/>
                      </a:rPr>
                      <m:t>𝑥</m:t>
                    </m:r>
                    <m:r>
                      <a:rPr lang="en-US" b="0" i="1" noProof="1" dirty="0" smtClean="0">
                        <a:latin typeface="Cambria Math" panose="02040503050406030204" pitchFamily="18" charset="0"/>
                      </a:rPr>
                      <m:t>&gt;</m:t>
                    </m:r>
                    <m:r>
                      <a:rPr lang="en-US" b="0" i="1" noProof="1" dirty="0" smtClean="0">
                        <a:latin typeface="Cambria Math" panose="02040503050406030204" pitchFamily="18" charset="0"/>
                      </a:rPr>
                      <m:t>𝑐</m:t>
                    </m:r>
                    <m:r>
                      <a:rPr lang="en-US" i="1" noProof="1" dirty="0" smtClean="0">
                        <a:latin typeface="Cambria Math" panose="02040503050406030204" pitchFamily="18" charset="0"/>
                      </a:rPr>
                      <m:t> </m:t>
                    </m:r>
                  </m:oMath>
                </a14:m>
                <a:r>
                  <a:rPr lang="en-US" noProof="1"/>
                  <a:t>only (meaning 0 for </a:t>
                </a:r>
                <a14:m>
                  <m:oMath xmlns:m="http://schemas.openxmlformats.org/officeDocument/2006/math">
                    <m:r>
                      <a:rPr lang="en-US" i="1" noProof="1" dirty="0" smtClean="0">
                        <a:latin typeface="Cambria Math" panose="02040503050406030204" pitchFamily="18" charset="0"/>
                      </a:rPr>
                      <m:t>𝑥</m:t>
                    </m:r>
                    <m:r>
                      <a:rPr lang="en-US" i="1" noProof="1" dirty="0" smtClean="0">
                        <a:latin typeface="Cambria Math" panose="02040503050406030204" pitchFamily="18" charset="0"/>
                        <a:ea typeface="Cambria Math" panose="02040503050406030204" pitchFamily="18" charset="0"/>
                      </a:rPr>
                      <m:t>≤</m:t>
                    </m:r>
                    <m:r>
                      <a:rPr lang="en-US" b="0" i="1" noProof="1" dirty="0" smtClean="0">
                        <a:latin typeface="Cambria Math" panose="02040503050406030204" pitchFamily="18" charset="0"/>
                        <a:ea typeface="Cambria Math" panose="02040503050406030204" pitchFamily="18" charset="0"/>
                      </a:rPr>
                      <m:t>𝑐</m:t>
                    </m:r>
                  </m:oMath>
                </a14:m>
                <a:r>
                  <a:rPr lang="en-US" noProof="1"/>
                  <a:t>)</a:t>
                </a:r>
              </a:p>
              <a:p>
                <a:pPr marL="342900" indent="-342900">
                  <a:buFont typeface="Arial" panose="020B0604020202020204" pitchFamily="34" charset="0"/>
                  <a:buChar char="•"/>
                </a:pPr>
                <a:endParaRPr lang="en-US" noProof="1"/>
              </a:p>
            </p:txBody>
          </p:sp>
        </mc:Choice>
        <mc:Fallback>
          <p:sp>
            <p:nvSpPr>
              <p:cNvPr id="2" name="Tijdelijke aanduiding voor tekst 1">
                <a:extLst>
                  <a:ext uri="{FF2B5EF4-FFF2-40B4-BE49-F238E27FC236}">
                    <a16:creationId xmlns:a16="http://schemas.microsoft.com/office/drawing/2014/main" id="{EAC1AEC4-A63A-2584-1E5B-23EC648CCFED}"/>
                  </a:ext>
                </a:extLst>
              </p:cNvPr>
              <p:cNvSpPr>
                <a:spLocks noGrp="1" noRot="1" noChangeAspect="1" noMove="1" noResize="1" noEditPoints="1" noAdjustHandles="1" noChangeArrowheads="1" noChangeShapeType="1" noTextEdit="1"/>
              </p:cNvSpPr>
              <p:nvPr>
                <p:ph type="body" sz="quarter" idx="10"/>
              </p:nvPr>
            </p:nvSpPr>
            <p:spPr>
              <a:blipFill>
                <a:blip r:embed="rId2"/>
                <a:stretch>
                  <a:fillRect l="-482" t="-2374" r="-161"/>
                </a:stretch>
              </a:blipFill>
            </p:spPr>
            <p:txBody>
              <a:bodyPr/>
              <a:lstStyle/>
              <a:p>
                <a:r>
                  <a:rPr lang="en-US">
                    <a:noFill/>
                  </a:rPr>
                  <a:t> </a:t>
                </a:r>
              </a:p>
            </p:txBody>
          </p:sp>
        </mc:Fallback>
      </mc:AlternateContent>
      <p:sp>
        <p:nvSpPr>
          <p:cNvPr id="3" name="Titel 2">
            <a:extLst>
              <a:ext uri="{FF2B5EF4-FFF2-40B4-BE49-F238E27FC236}">
                <a16:creationId xmlns:a16="http://schemas.microsoft.com/office/drawing/2014/main" id="{9F116887-794A-F11D-07FB-F3CDE683D410}"/>
              </a:ext>
            </a:extLst>
          </p:cNvPr>
          <p:cNvSpPr>
            <a:spLocks noGrp="1"/>
          </p:cNvSpPr>
          <p:nvPr>
            <p:ph type="title"/>
          </p:nvPr>
        </p:nvSpPr>
        <p:spPr/>
        <p:txBody>
          <a:bodyPr/>
          <a:lstStyle/>
          <a:p>
            <a:r>
              <a:rPr lang="en-US" noProof="1"/>
              <a:t>Moving towards a curve: adding an activation function</a:t>
            </a:r>
          </a:p>
        </p:txBody>
      </p:sp>
      <p:pic>
        <p:nvPicPr>
          <p:cNvPr id="4" name="Afbeelding 3">
            <a:extLst>
              <a:ext uri="{FF2B5EF4-FFF2-40B4-BE49-F238E27FC236}">
                <a16:creationId xmlns:a16="http://schemas.microsoft.com/office/drawing/2014/main" id="{A68FFB81-E865-4F7B-AF32-3962B2403DA9}"/>
              </a:ext>
            </a:extLst>
          </p:cNvPr>
          <p:cNvPicPr>
            <a:picLocks noChangeAspect="1"/>
          </p:cNvPicPr>
          <p:nvPr/>
        </p:nvPicPr>
        <p:blipFill>
          <a:blip r:embed="rId3"/>
          <a:stretch>
            <a:fillRect/>
          </a:stretch>
        </p:blipFill>
        <p:spPr>
          <a:xfrm>
            <a:off x="1645179" y="3337689"/>
            <a:ext cx="1434726" cy="1444312"/>
          </a:xfrm>
          <a:prstGeom prst="rect">
            <a:avLst/>
          </a:prstGeom>
        </p:spPr>
      </p:pic>
      <p:pic>
        <p:nvPicPr>
          <p:cNvPr id="5" name="Afbeelding 4">
            <a:extLst>
              <a:ext uri="{FF2B5EF4-FFF2-40B4-BE49-F238E27FC236}">
                <a16:creationId xmlns:a16="http://schemas.microsoft.com/office/drawing/2014/main" id="{6E62E9F7-37DB-2478-7E0D-CACBAA681009}"/>
              </a:ext>
            </a:extLst>
          </p:cNvPr>
          <p:cNvPicPr>
            <a:picLocks noChangeAspect="1"/>
          </p:cNvPicPr>
          <p:nvPr/>
        </p:nvPicPr>
        <p:blipFill>
          <a:blip r:embed="rId4"/>
          <a:stretch>
            <a:fillRect/>
          </a:stretch>
        </p:blipFill>
        <p:spPr>
          <a:xfrm>
            <a:off x="3853442" y="3337689"/>
            <a:ext cx="1457179" cy="1444312"/>
          </a:xfrm>
          <a:prstGeom prst="rect">
            <a:avLst/>
          </a:prstGeom>
        </p:spPr>
      </p:pic>
      <p:pic>
        <p:nvPicPr>
          <p:cNvPr id="6" name="Afbeelding 5">
            <a:extLst>
              <a:ext uri="{FF2B5EF4-FFF2-40B4-BE49-F238E27FC236}">
                <a16:creationId xmlns:a16="http://schemas.microsoft.com/office/drawing/2014/main" id="{93A3137D-042E-9F7C-FBB1-AB4D2D813F15}"/>
              </a:ext>
            </a:extLst>
          </p:cNvPr>
          <p:cNvPicPr>
            <a:picLocks noChangeAspect="1"/>
          </p:cNvPicPr>
          <p:nvPr/>
        </p:nvPicPr>
        <p:blipFill>
          <a:blip r:embed="rId5"/>
          <a:stretch>
            <a:fillRect/>
          </a:stretch>
        </p:blipFill>
        <p:spPr>
          <a:xfrm>
            <a:off x="6084158" y="3337689"/>
            <a:ext cx="1376872" cy="1376872"/>
          </a:xfrm>
          <a:prstGeom prst="rect">
            <a:avLst/>
          </a:prstGeom>
        </p:spPr>
      </p:pic>
      <p:sp>
        <p:nvSpPr>
          <p:cNvPr id="7" name="Tekstvak 6">
            <a:extLst>
              <a:ext uri="{FF2B5EF4-FFF2-40B4-BE49-F238E27FC236}">
                <a16:creationId xmlns:a16="http://schemas.microsoft.com/office/drawing/2014/main" id="{E305FF62-CE60-1513-F406-D05A42142B7F}"/>
              </a:ext>
            </a:extLst>
          </p:cNvPr>
          <p:cNvSpPr txBox="1"/>
          <p:nvPr/>
        </p:nvSpPr>
        <p:spPr>
          <a:xfrm>
            <a:off x="3348473" y="3897484"/>
            <a:ext cx="300082" cy="369332"/>
          </a:xfrm>
          <a:prstGeom prst="rect">
            <a:avLst/>
          </a:prstGeom>
          <a:noFill/>
        </p:spPr>
        <p:txBody>
          <a:bodyPr wrap="none" rtlCol="0">
            <a:spAutoFit/>
          </a:bodyPr>
          <a:lstStyle/>
          <a:p>
            <a:r>
              <a:rPr lang="en-US" noProof="1"/>
              <a:t>+</a:t>
            </a:r>
          </a:p>
        </p:txBody>
      </p:sp>
      <p:sp>
        <p:nvSpPr>
          <p:cNvPr id="8" name="Tekstvak 7">
            <a:extLst>
              <a:ext uri="{FF2B5EF4-FFF2-40B4-BE49-F238E27FC236}">
                <a16:creationId xmlns:a16="http://schemas.microsoft.com/office/drawing/2014/main" id="{B79CDD2E-5A4F-6738-3F3A-B8A98030DBC5}"/>
              </a:ext>
            </a:extLst>
          </p:cNvPr>
          <p:cNvSpPr txBox="1"/>
          <p:nvPr/>
        </p:nvSpPr>
        <p:spPr>
          <a:xfrm>
            <a:off x="5571557" y="3875179"/>
            <a:ext cx="300082" cy="369332"/>
          </a:xfrm>
          <a:prstGeom prst="rect">
            <a:avLst/>
          </a:prstGeom>
          <a:noFill/>
        </p:spPr>
        <p:txBody>
          <a:bodyPr wrap="none" rtlCol="0">
            <a:spAutoFit/>
          </a:bodyPr>
          <a:lstStyle/>
          <a:p>
            <a:r>
              <a:rPr lang="en-US" noProof="1"/>
              <a:t>=</a:t>
            </a:r>
          </a:p>
        </p:txBody>
      </p:sp>
      <p:sp>
        <p:nvSpPr>
          <p:cNvPr id="9" name="Tekstvak 8">
            <a:extLst>
              <a:ext uri="{FF2B5EF4-FFF2-40B4-BE49-F238E27FC236}">
                <a16:creationId xmlns:a16="http://schemas.microsoft.com/office/drawing/2014/main" id="{54F51980-5C9E-33D0-E0BE-5662D4AE3F3E}"/>
              </a:ext>
            </a:extLst>
          </p:cNvPr>
          <p:cNvSpPr txBox="1"/>
          <p:nvPr/>
        </p:nvSpPr>
        <p:spPr>
          <a:xfrm>
            <a:off x="2057811" y="4802354"/>
            <a:ext cx="896399" cy="369332"/>
          </a:xfrm>
          <a:prstGeom prst="rect">
            <a:avLst/>
          </a:prstGeom>
          <a:noFill/>
        </p:spPr>
        <p:txBody>
          <a:bodyPr wrap="none" rtlCol="0">
            <a:spAutoFit/>
          </a:bodyPr>
          <a:lstStyle/>
          <a:p>
            <a:r>
              <a:rPr lang="en-US" noProof="1">
                <a:latin typeface="Arial" panose="020B0604020202020204" pitchFamily="34" charset="0"/>
                <a:cs typeface="Arial" panose="020B0604020202020204" pitchFamily="34" charset="0"/>
              </a:rPr>
              <a:t>f(x) = x</a:t>
            </a:r>
          </a:p>
        </p:txBody>
      </p:sp>
      <p:sp>
        <p:nvSpPr>
          <p:cNvPr id="10" name="Tekstvak 9">
            <a:extLst>
              <a:ext uri="{FF2B5EF4-FFF2-40B4-BE49-F238E27FC236}">
                <a16:creationId xmlns:a16="http://schemas.microsoft.com/office/drawing/2014/main" id="{7934F6E0-7916-1796-5389-DD22394976BB}"/>
              </a:ext>
            </a:extLst>
          </p:cNvPr>
          <p:cNvSpPr txBox="1"/>
          <p:nvPr/>
        </p:nvSpPr>
        <p:spPr>
          <a:xfrm>
            <a:off x="3853442" y="4793621"/>
            <a:ext cx="1838965" cy="369332"/>
          </a:xfrm>
          <a:prstGeom prst="rect">
            <a:avLst/>
          </a:prstGeom>
          <a:noFill/>
        </p:spPr>
        <p:txBody>
          <a:bodyPr wrap="none" rtlCol="0">
            <a:spAutoFit/>
          </a:bodyPr>
          <a:lstStyle/>
          <a:p>
            <a:r>
              <a:rPr lang="en-US" noProof="1">
                <a:latin typeface="Arial" panose="020B0604020202020204" pitchFamily="34" charset="0"/>
                <a:cs typeface="Arial" panose="020B0604020202020204" pitchFamily="34" charset="0"/>
              </a:rPr>
              <a:t>g(x) = 1/(1 + e</a:t>
            </a:r>
            <a:r>
              <a:rPr lang="en-US" baseline="30000" noProof="1">
                <a:latin typeface="Arial" panose="020B0604020202020204" pitchFamily="34" charset="0"/>
                <a:cs typeface="Arial" panose="020B0604020202020204" pitchFamily="34" charset="0"/>
              </a:rPr>
              <a:t>-x</a:t>
            </a:r>
            <a:r>
              <a:rPr lang="en-US" noProof="1">
                <a:latin typeface="Arial" panose="020B0604020202020204" pitchFamily="34" charset="0"/>
                <a:cs typeface="Arial" panose="020B0604020202020204" pitchFamily="34" charset="0"/>
              </a:rPr>
              <a:t>)</a:t>
            </a:r>
          </a:p>
        </p:txBody>
      </p:sp>
      <p:sp>
        <p:nvSpPr>
          <p:cNvPr id="11" name="Tekstvak 10">
            <a:extLst>
              <a:ext uri="{FF2B5EF4-FFF2-40B4-BE49-F238E27FC236}">
                <a16:creationId xmlns:a16="http://schemas.microsoft.com/office/drawing/2014/main" id="{84F7DE50-2A93-617F-0B4E-C6D9B10E89ED}"/>
              </a:ext>
            </a:extLst>
          </p:cNvPr>
          <p:cNvSpPr txBox="1"/>
          <p:nvPr/>
        </p:nvSpPr>
        <p:spPr>
          <a:xfrm>
            <a:off x="6418693" y="4808355"/>
            <a:ext cx="800219" cy="369332"/>
          </a:xfrm>
          <a:prstGeom prst="rect">
            <a:avLst/>
          </a:prstGeom>
          <a:noFill/>
        </p:spPr>
        <p:txBody>
          <a:bodyPr wrap="none" rtlCol="0">
            <a:spAutoFit/>
          </a:bodyPr>
          <a:lstStyle/>
          <a:p>
            <a:r>
              <a:rPr lang="en-US" noProof="1">
                <a:latin typeface="Arial" panose="020B0604020202020204" pitchFamily="34" charset="0"/>
                <a:cs typeface="Arial" panose="020B0604020202020204" pitchFamily="34" charset="0"/>
              </a:rPr>
              <a:t>f(g(x))</a:t>
            </a:r>
          </a:p>
        </p:txBody>
      </p:sp>
    </p:spTree>
    <p:extLst>
      <p:ext uri="{BB962C8B-B14F-4D97-AF65-F5344CB8AC3E}">
        <p14:creationId xmlns:p14="http://schemas.microsoft.com/office/powerpoint/2010/main" val="30333442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DB26D-9E8C-B3B3-CAED-7E2D4230FA9E}"/>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jdelijke aanduiding voor tekst 1">
                <a:extLst>
                  <a:ext uri="{FF2B5EF4-FFF2-40B4-BE49-F238E27FC236}">
                    <a16:creationId xmlns:a16="http://schemas.microsoft.com/office/drawing/2014/main" id="{744FC92A-E0ED-F0D1-C32E-408BBD6B9D68}"/>
                  </a:ext>
                </a:extLst>
              </p:cNvPr>
              <p:cNvSpPr>
                <a:spLocks noGrp="1"/>
              </p:cNvSpPr>
              <p:nvPr>
                <p:ph type="body" sz="quarter" idx="10"/>
              </p:nvPr>
            </p:nvSpPr>
            <p:spPr/>
            <p:txBody>
              <a:bodyPr/>
              <a:lstStyle/>
              <a:p>
                <a:pPr marL="342900" indent="-342900">
                  <a:buFont typeface="Arial" panose="020B0604020202020204" pitchFamily="34" charset="0"/>
                  <a:buChar char="•"/>
                </a:pPr>
                <a14:m>
                  <m:oMath xmlns:m="http://schemas.openxmlformats.org/officeDocument/2006/math">
                    <m:r>
                      <a:rPr lang="en-US" b="0" i="1" noProof="1" dirty="0" smtClean="0">
                        <a:latin typeface="Cambria Math" panose="02040503050406030204" pitchFamily="18" charset="0"/>
                      </a:rPr>
                      <m:t>𝑧</m:t>
                    </m:r>
                    <m:r>
                      <a:rPr lang="en-US" b="0" i="1" noProof="1" dirty="0" smtClean="0">
                        <a:latin typeface="Cambria Math" panose="02040503050406030204" pitchFamily="18" charset="0"/>
                      </a:rPr>
                      <m:t>= </m:t>
                    </m:r>
                    <m:d>
                      <m:dPr>
                        <m:begChr m:val="{"/>
                        <m:endChr m:val=""/>
                        <m:ctrlPr>
                          <a:rPr lang="en-US" b="0" i="1" noProof="1" dirty="0" smtClean="0">
                            <a:latin typeface="Cambria Math" panose="02040503050406030204" pitchFamily="18" charset="0"/>
                          </a:rPr>
                        </m:ctrlPr>
                      </m:dPr>
                      <m:e>
                        <m:eqArr>
                          <m:eqArrPr>
                            <m:ctrlPr>
                              <a:rPr lang="en-US" b="0" i="1" noProof="1" dirty="0" smtClean="0">
                                <a:latin typeface="Cambria Math" panose="02040503050406030204" pitchFamily="18" charset="0"/>
                              </a:rPr>
                            </m:ctrlPr>
                          </m:eqArrPr>
                          <m:e>
                            <m:r>
                              <a:rPr lang="en-US" b="0" i="1" noProof="1" dirty="0" smtClean="0">
                                <a:latin typeface="Cambria Math" panose="02040503050406030204" pitchFamily="18" charset="0"/>
                              </a:rPr>
                              <m:t>   0        </m:t>
                            </m:r>
                            <m:r>
                              <a:rPr lang="en-US" b="0" i="1" noProof="1" dirty="0" smtClean="0">
                                <a:latin typeface="Cambria Math" panose="02040503050406030204" pitchFamily="18" charset="0"/>
                              </a:rPr>
                              <m:t>𝑥</m:t>
                            </m:r>
                            <m:r>
                              <a:rPr lang="en-US" b="0" i="1" noProof="1" dirty="0" smtClean="0">
                                <a:latin typeface="Cambria Math" panose="02040503050406030204" pitchFamily="18" charset="0"/>
                              </a:rPr>
                              <m:t> ≤</m:t>
                            </m:r>
                            <m:r>
                              <a:rPr lang="en-US" b="0" i="1" noProof="1" dirty="0" smtClean="0">
                                <a:latin typeface="Cambria Math" panose="02040503050406030204" pitchFamily="18" charset="0"/>
                                <a:ea typeface="Cambria Math" panose="02040503050406030204" pitchFamily="18" charset="0"/>
                              </a:rPr>
                              <m:t>𝑐</m:t>
                            </m:r>
                          </m:e>
                          <m:e>
                            <m:r>
                              <a:rPr lang="en-US" i="1" noProof="1" dirty="0" smtClean="0">
                                <a:latin typeface="Cambria Math" panose="02040503050406030204" pitchFamily="18" charset="0"/>
                              </a:rPr>
                              <m:t>𝑎𝑥</m:t>
                            </m:r>
                            <m:r>
                              <a:rPr lang="en-US" i="1" noProof="1" dirty="0" smtClean="0">
                                <a:latin typeface="Cambria Math" panose="02040503050406030204" pitchFamily="18" charset="0"/>
                              </a:rPr>
                              <m:t>+</m:t>
                            </m:r>
                            <m:r>
                              <a:rPr lang="en-US" i="1" noProof="1" dirty="0" smtClean="0">
                                <a:latin typeface="Cambria Math" panose="02040503050406030204" pitchFamily="18" charset="0"/>
                              </a:rPr>
                              <m:t>𝑏𝑦</m:t>
                            </m:r>
                            <m:r>
                              <a:rPr lang="en-US" b="0" i="1" noProof="1" dirty="0" smtClean="0">
                                <a:latin typeface="Cambria Math" panose="02040503050406030204" pitchFamily="18" charset="0"/>
                              </a:rPr>
                              <m:t>     </m:t>
                            </m:r>
                            <m:r>
                              <a:rPr lang="en-US" i="1" noProof="1" dirty="0" smtClean="0">
                                <a:latin typeface="Cambria Math" panose="02040503050406030204" pitchFamily="18" charset="0"/>
                              </a:rPr>
                              <m:t>𝑥</m:t>
                            </m:r>
                            <m:r>
                              <a:rPr lang="en-US" b="0" i="1" noProof="1" dirty="0" smtClean="0">
                                <a:latin typeface="Cambria Math" panose="02040503050406030204" pitchFamily="18" charset="0"/>
                              </a:rPr>
                              <m:t>&gt;</m:t>
                            </m:r>
                            <m:r>
                              <a:rPr lang="en-US" b="0" i="1" noProof="1" dirty="0" smtClean="0">
                                <a:latin typeface="Cambria Math" panose="02040503050406030204" pitchFamily="18" charset="0"/>
                              </a:rPr>
                              <m:t>𝑐</m:t>
                            </m:r>
                            <m:r>
                              <a:rPr lang="en-US" i="1" noProof="1" dirty="0" smtClean="0">
                                <a:latin typeface="Cambria Math" panose="02040503050406030204" pitchFamily="18" charset="0"/>
                              </a:rPr>
                              <m:t>         </m:t>
                            </m:r>
                          </m:e>
                        </m:eqArr>
                      </m:e>
                    </m:d>
                  </m:oMath>
                </a14:m>
                <a:endParaRPr lang="en-US" noProof="1"/>
              </a:p>
              <a:p>
                <a:pPr marL="342900" indent="-342900">
                  <a:buFont typeface="Arial" panose="020B0604020202020204" pitchFamily="34" charset="0"/>
                  <a:buChar char="•"/>
                </a:pPr>
                <a:r>
                  <a:rPr lang="en-US" noProof="1"/>
                  <a:t>We now need to find </a:t>
                </a:r>
                <a14:m>
                  <m:oMath xmlns:m="http://schemas.openxmlformats.org/officeDocument/2006/math">
                    <m:r>
                      <a:rPr lang="en-US" i="1" noProof="1" dirty="0" smtClean="0">
                        <a:latin typeface="Cambria Math" panose="02040503050406030204" pitchFamily="18" charset="0"/>
                      </a:rPr>
                      <m:t>𝑎</m:t>
                    </m:r>
                  </m:oMath>
                </a14:m>
                <a:r>
                  <a:rPr lang="en-US" noProof="1"/>
                  <a:t>, </a:t>
                </a:r>
                <a14:m>
                  <m:oMath xmlns:m="http://schemas.openxmlformats.org/officeDocument/2006/math">
                    <m:r>
                      <a:rPr lang="en-US" i="1" noProof="1" dirty="0" smtClean="0">
                        <a:latin typeface="Cambria Math" panose="02040503050406030204" pitchFamily="18" charset="0"/>
                      </a:rPr>
                      <m:t>𝑏</m:t>
                    </m:r>
                  </m:oMath>
                </a14:m>
                <a:r>
                  <a:rPr lang="en-US" noProof="1"/>
                  <a:t> and </a:t>
                </a:r>
                <a14:m>
                  <m:oMath xmlns:m="http://schemas.openxmlformats.org/officeDocument/2006/math">
                    <m:r>
                      <a:rPr lang="en-US" i="1" noProof="1" dirty="0" smtClean="0">
                        <a:latin typeface="Cambria Math" panose="02040503050406030204" pitchFamily="18" charset="0"/>
                        <a:ea typeface="Cambria Math" panose="02040503050406030204" pitchFamily="18" charset="0"/>
                      </a:rPr>
                      <m:t>𝑐</m:t>
                    </m:r>
                  </m:oMath>
                </a14:m>
                <a:endParaRPr lang="en-US" noProof="1"/>
              </a:p>
            </p:txBody>
          </p:sp>
        </mc:Choice>
        <mc:Fallback>
          <p:sp>
            <p:nvSpPr>
              <p:cNvPr id="2" name="Tijdelijke aanduiding voor tekst 1">
                <a:extLst>
                  <a:ext uri="{FF2B5EF4-FFF2-40B4-BE49-F238E27FC236}">
                    <a16:creationId xmlns:a16="http://schemas.microsoft.com/office/drawing/2014/main" id="{744FC92A-E0ED-F0D1-C32E-408BBD6B9D68}"/>
                  </a:ext>
                </a:extLst>
              </p:cNvPr>
              <p:cNvSpPr>
                <a:spLocks noGrp="1" noRot="1" noChangeAspect="1" noMove="1" noResize="1" noEditPoints="1" noAdjustHandles="1" noChangeArrowheads="1" noChangeShapeType="1" noTextEdit="1"/>
              </p:cNvSpPr>
              <p:nvPr>
                <p:ph type="body" sz="quarter" idx="10"/>
              </p:nvPr>
            </p:nvSpPr>
            <p:spPr>
              <a:blipFill>
                <a:blip r:embed="rId2"/>
                <a:stretch>
                  <a:fillRect l="-4341" t="-37982"/>
                </a:stretch>
              </a:blipFill>
            </p:spPr>
            <p:txBody>
              <a:bodyPr/>
              <a:lstStyle/>
              <a:p>
                <a:r>
                  <a:rPr lang="en-US">
                    <a:noFill/>
                  </a:rPr>
                  <a:t> </a:t>
                </a:r>
              </a:p>
            </p:txBody>
          </p:sp>
        </mc:Fallback>
      </mc:AlternateContent>
      <p:sp>
        <p:nvSpPr>
          <p:cNvPr id="3" name="Titel 2">
            <a:extLst>
              <a:ext uri="{FF2B5EF4-FFF2-40B4-BE49-F238E27FC236}">
                <a16:creationId xmlns:a16="http://schemas.microsoft.com/office/drawing/2014/main" id="{FB5415CE-3E5F-0333-0C9B-931A4E7A3E6E}"/>
              </a:ext>
            </a:extLst>
          </p:cNvPr>
          <p:cNvSpPr>
            <a:spLocks noGrp="1"/>
          </p:cNvSpPr>
          <p:nvPr>
            <p:ph type="title"/>
          </p:nvPr>
        </p:nvSpPr>
        <p:spPr/>
        <p:txBody>
          <a:bodyPr/>
          <a:lstStyle/>
          <a:p>
            <a:r>
              <a:rPr lang="en-US" noProof="1">
                <a:latin typeface="Arial" panose="020B0604020202020204" pitchFamily="34" charset="0"/>
              </a:rPr>
              <a:t>Training data for the neural network</a:t>
            </a:r>
          </a:p>
        </p:txBody>
      </p:sp>
      <p:graphicFrame>
        <p:nvGraphicFramePr>
          <p:cNvPr id="4" name="Tabel 3">
            <a:extLst>
              <a:ext uri="{FF2B5EF4-FFF2-40B4-BE49-F238E27FC236}">
                <a16:creationId xmlns:a16="http://schemas.microsoft.com/office/drawing/2014/main" id="{E10E579E-E6B8-2376-161C-A738E6553354}"/>
              </a:ext>
            </a:extLst>
          </p:cNvPr>
          <p:cNvGraphicFramePr>
            <a:graphicFrameLocks noGrp="1"/>
          </p:cNvGraphicFramePr>
          <p:nvPr>
            <p:extLst>
              <p:ext uri="{D42A27DB-BD31-4B8C-83A1-F6EECF244321}">
                <p14:modId xmlns:p14="http://schemas.microsoft.com/office/powerpoint/2010/main" val="2513680212"/>
              </p:ext>
            </p:extLst>
          </p:nvPr>
        </p:nvGraphicFramePr>
        <p:xfrm>
          <a:off x="1439916" y="3719787"/>
          <a:ext cx="6096000" cy="1854200"/>
        </p:xfrm>
        <a:graphic>
          <a:graphicData uri="http://schemas.openxmlformats.org/drawingml/2006/table">
            <a:tbl>
              <a:tblPr firstRow="1" bandRow="1">
                <a:tableStyleId>{073A0DAA-6AF3-43AB-8588-CEC1D06C72B9}</a:tableStyleId>
              </a:tblPr>
              <a:tblGrid>
                <a:gridCol w="2032000">
                  <a:extLst>
                    <a:ext uri="{9D8B030D-6E8A-4147-A177-3AD203B41FA5}">
                      <a16:colId xmlns:a16="http://schemas.microsoft.com/office/drawing/2014/main" val="445844117"/>
                    </a:ext>
                  </a:extLst>
                </a:gridCol>
                <a:gridCol w="2032000">
                  <a:extLst>
                    <a:ext uri="{9D8B030D-6E8A-4147-A177-3AD203B41FA5}">
                      <a16:colId xmlns:a16="http://schemas.microsoft.com/office/drawing/2014/main" val="432039799"/>
                    </a:ext>
                  </a:extLst>
                </a:gridCol>
                <a:gridCol w="2032000">
                  <a:extLst>
                    <a:ext uri="{9D8B030D-6E8A-4147-A177-3AD203B41FA5}">
                      <a16:colId xmlns:a16="http://schemas.microsoft.com/office/drawing/2014/main" val="1304480277"/>
                    </a:ext>
                  </a:extLst>
                </a:gridCol>
              </a:tblGrid>
              <a:tr h="370840">
                <a:tc>
                  <a:txBody>
                    <a:bodyPr/>
                    <a:lstStyle/>
                    <a:p>
                      <a:r>
                        <a:rPr lang="en-US" sz="1800" noProof="1"/>
                        <a:t>x</a:t>
                      </a:r>
                      <a:endParaRPr lang="en-US" sz="1800" noProof="1">
                        <a:latin typeface="Arial" panose="020B0604020202020204" pitchFamily="34" charset="0"/>
                        <a:cs typeface="Arial" panose="020B0604020202020204" pitchFamily="34" charset="0"/>
                      </a:endParaRPr>
                    </a:p>
                  </a:txBody>
                  <a:tcPr/>
                </a:tc>
                <a:tc>
                  <a:txBody>
                    <a:bodyPr/>
                    <a:lstStyle/>
                    <a:p>
                      <a:r>
                        <a:rPr lang="en-US" sz="1800" noProof="1"/>
                        <a:t>y</a:t>
                      </a:r>
                      <a:endParaRPr lang="en-US" sz="1800" noProof="1">
                        <a:latin typeface="Arial" panose="020B0604020202020204" pitchFamily="34" charset="0"/>
                        <a:cs typeface="Arial" panose="020B0604020202020204" pitchFamily="34" charset="0"/>
                      </a:endParaRPr>
                    </a:p>
                  </a:txBody>
                  <a:tcPr/>
                </a:tc>
                <a:tc>
                  <a:txBody>
                    <a:bodyPr/>
                    <a:lstStyle/>
                    <a:p>
                      <a:r>
                        <a:rPr lang="en-US" sz="1800" noProof="1"/>
                        <a:t>z</a:t>
                      </a:r>
                      <a:endParaRPr lang="en-US" sz="1800" noProof="1">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064388773"/>
                  </a:ext>
                </a:extLst>
              </a:tr>
              <a:tr h="370840">
                <a:tc>
                  <a:txBody>
                    <a:bodyPr/>
                    <a:lstStyle/>
                    <a:p>
                      <a:r>
                        <a:rPr lang="en-US" sz="1800" noProof="1"/>
                        <a:t>1</a:t>
                      </a:r>
                      <a:endParaRPr lang="en-US" sz="1800" noProof="1">
                        <a:latin typeface="Arial" panose="020B0604020202020204" pitchFamily="34" charset="0"/>
                        <a:cs typeface="Arial" panose="020B0604020202020204" pitchFamily="34" charset="0"/>
                      </a:endParaRPr>
                    </a:p>
                  </a:txBody>
                  <a:tcPr/>
                </a:tc>
                <a:tc>
                  <a:txBody>
                    <a:bodyPr/>
                    <a:lstStyle/>
                    <a:p>
                      <a:r>
                        <a:rPr lang="en-US" sz="1800" noProof="1"/>
                        <a:t>2</a:t>
                      </a:r>
                      <a:endParaRPr lang="en-US" sz="1800" noProof="1">
                        <a:latin typeface="Arial" panose="020B0604020202020204" pitchFamily="34" charset="0"/>
                        <a:cs typeface="Arial" panose="020B0604020202020204" pitchFamily="34" charset="0"/>
                      </a:endParaRPr>
                    </a:p>
                  </a:txBody>
                  <a:tcPr/>
                </a:tc>
                <a:tc>
                  <a:txBody>
                    <a:bodyPr/>
                    <a:lstStyle/>
                    <a:p>
                      <a:r>
                        <a:rPr lang="en-US" sz="1800" noProof="1">
                          <a:latin typeface="Arial" panose="020B0604020202020204" pitchFamily="34" charset="0"/>
                          <a:cs typeface="Arial" panose="020B0604020202020204" pitchFamily="34" charset="0"/>
                        </a:rPr>
                        <a:t>0</a:t>
                      </a:r>
                    </a:p>
                  </a:txBody>
                  <a:tcPr/>
                </a:tc>
                <a:extLst>
                  <a:ext uri="{0D108BD9-81ED-4DB2-BD59-A6C34878D82A}">
                    <a16:rowId xmlns:a16="http://schemas.microsoft.com/office/drawing/2014/main" val="1578395027"/>
                  </a:ext>
                </a:extLst>
              </a:tr>
              <a:tr h="370840">
                <a:tc>
                  <a:txBody>
                    <a:bodyPr/>
                    <a:lstStyle/>
                    <a:p>
                      <a:r>
                        <a:rPr lang="en-US" sz="1800" noProof="1"/>
                        <a:t>2</a:t>
                      </a:r>
                      <a:endParaRPr lang="en-US" sz="1800" noProof="1">
                        <a:latin typeface="Arial" panose="020B0604020202020204" pitchFamily="34" charset="0"/>
                        <a:cs typeface="Arial" panose="020B0604020202020204" pitchFamily="34" charset="0"/>
                      </a:endParaRPr>
                    </a:p>
                  </a:txBody>
                  <a:tcPr/>
                </a:tc>
                <a:tc>
                  <a:txBody>
                    <a:bodyPr/>
                    <a:lstStyle/>
                    <a:p>
                      <a:r>
                        <a:rPr lang="en-US" sz="1800" noProof="1"/>
                        <a:t>2</a:t>
                      </a:r>
                      <a:endParaRPr lang="en-US" sz="1800" noProof="1">
                        <a:latin typeface="Arial" panose="020B0604020202020204" pitchFamily="34" charset="0"/>
                        <a:cs typeface="Arial" panose="020B0604020202020204" pitchFamily="34" charset="0"/>
                      </a:endParaRPr>
                    </a:p>
                  </a:txBody>
                  <a:tcPr/>
                </a:tc>
                <a:tc>
                  <a:txBody>
                    <a:bodyPr/>
                    <a:lstStyle/>
                    <a:p>
                      <a:r>
                        <a:rPr lang="en-US" sz="1800" noProof="1">
                          <a:latin typeface="Arial" panose="020B0604020202020204" pitchFamily="34" charset="0"/>
                          <a:cs typeface="Arial" panose="020B0604020202020204" pitchFamily="34" charset="0"/>
                        </a:rPr>
                        <a:t>0</a:t>
                      </a:r>
                    </a:p>
                  </a:txBody>
                  <a:tcPr/>
                </a:tc>
                <a:extLst>
                  <a:ext uri="{0D108BD9-81ED-4DB2-BD59-A6C34878D82A}">
                    <a16:rowId xmlns:a16="http://schemas.microsoft.com/office/drawing/2014/main" val="4062730676"/>
                  </a:ext>
                </a:extLst>
              </a:tr>
              <a:tr h="370840">
                <a:tc>
                  <a:txBody>
                    <a:bodyPr/>
                    <a:lstStyle/>
                    <a:p>
                      <a:r>
                        <a:rPr lang="en-US" sz="1800" noProof="1"/>
                        <a:t>3</a:t>
                      </a:r>
                      <a:endParaRPr lang="en-US" sz="1800" noProof="1">
                        <a:latin typeface="Arial" panose="020B0604020202020204" pitchFamily="34" charset="0"/>
                        <a:cs typeface="Arial" panose="020B0604020202020204" pitchFamily="34" charset="0"/>
                      </a:endParaRPr>
                    </a:p>
                  </a:txBody>
                  <a:tcPr/>
                </a:tc>
                <a:tc>
                  <a:txBody>
                    <a:bodyPr/>
                    <a:lstStyle/>
                    <a:p>
                      <a:r>
                        <a:rPr lang="en-US" sz="1800" noProof="1"/>
                        <a:t>3</a:t>
                      </a:r>
                      <a:endParaRPr lang="en-US" sz="1800" noProof="1">
                        <a:latin typeface="Arial" panose="020B0604020202020204" pitchFamily="34" charset="0"/>
                        <a:cs typeface="Arial" panose="020B0604020202020204" pitchFamily="34" charset="0"/>
                      </a:endParaRPr>
                    </a:p>
                  </a:txBody>
                  <a:tcPr/>
                </a:tc>
                <a:tc>
                  <a:txBody>
                    <a:bodyPr/>
                    <a:lstStyle/>
                    <a:p>
                      <a:r>
                        <a:rPr lang="en-US" sz="1800" noProof="1"/>
                        <a:t>15</a:t>
                      </a:r>
                      <a:endParaRPr lang="en-US" sz="1800" noProof="1">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388726292"/>
                  </a:ext>
                </a:extLst>
              </a:tr>
              <a:tr h="370840">
                <a:tc>
                  <a:txBody>
                    <a:bodyPr/>
                    <a:lstStyle/>
                    <a:p>
                      <a:r>
                        <a:rPr lang="en-US" sz="1800" noProof="1"/>
                        <a:t>3</a:t>
                      </a:r>
                      <a:endParaRPr lang="en-US" sz="1800" noProof="1">
                        <a:latin typeface="Arial" panose="020B0604020202020204" pitchFamily="34" charset="0"/>
                        <a:cs typeface="Arial" panose="020B0604020202020204" pitchFamily="34" charset="0"/>
                      </a:endParaRPr>
                    </a:p>
                  </a:txBody>
                  <a:tcPr/>
                </a:tc>
                <a:tc>
                  <a:txBody>
                    <a:bodyPr/>
                    <a:lstStyle/>
                    <a:p>
                      <a:r>
                        <a:rPr lang="en-US" sz="1800" noProof="1"/>
                        <a:t>4</a:t>
                      </a:r>
                      <a:endParaRPr lang="en-US" sz="1800" noProof="1">
                        <a:latin typeface="Arial" panose="020B0604020202020204" pitchFamily="34" charset="0"/>
                        <a:cs typeface="Arial" panose="020B0604020202020204" pitchFamily="34" charset="0"/>
                      </a:endParaRPr>
                    </a:p>
                  </a:txBody>
                  <a:tcPr/>
                </a:tc>
                <a:tc>
                  <a:txBody>
                    <a:bodyPr/>
                    <a:lstStyle/>
                    <a:p>
                      <a:r>
                        <a:rPr lang="en-US" sz="1800" noProof="1"/>
                        <a:t>18</a:t>
                      </a:r>
                      <a:endParaRPr lang="en-US" sz="1800" noProof="1">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652217402"/>
                  </a:ext>
                </a:extLst>
              </a:tr>
            </a:tbl>
          </a:graphicData>
        </a:graphic>
      </p:graphicFrame>
    </p:spTree>
    <p:extLst>
      <p:ext uri="{BB962C8B-B14F-4D97-AF65-F5344CB8AC3E}">
        <p14:creationId xmlns:p14="http://schemas.microsoft.com/office/powerpoint/2010/main" val="3407687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A4184BA5-7EBE-94E8-9397-699F50FA8A51}"/>
              </a:ext>
            </a:extLst>
          </p:cNvPr>
          <p:cNvSpPr>
            <a:spLocks noGrp="1"/>
          </p:cNvSpPr>
          <p:nvPr>
            <p:ph type="body" sz="quarter" idx="10"/>
          </p:nvPr>
        </p:nvSpPr>
        <p:spPr/>
        <p:txBody>
          <a:bodyPr/>
          <a:lstStyle/>
          <a:p>
            <a:pPr marL="342900" indent="-342900">
              <a:buFont typeface="Arial" panose="020B0604020202020204" pitchFamily="34" charset="0"/>
              <a:buChar char="•"/>
            </a:pPr>
            <a:r>
              <a:rPr lang="en-US" noProof="1"/>
              <a:t>We need to know beforehand which activation function to use.</a:t>
            </a:r>
          </a:p>
          <a:p>
            <a:pPr marL="342900" indent="-342900">
              <a:buFont typeface="Arial" panose="020B0604020202020204" pitchFamily="34" charset="0"/>
              <a:buChar char="•"/>
            </a:pPr>
            <a:r>
              <a:rPr lang="en-US" noProof="1"/>
              <a:t>The activation function needs to be connected to the input of the network as a whole.</a:t>
            </a:r>
          </a:p>
          <a:p>
            <a:pPr marL="342900" indent="-342900">
              <a:buFont typeface="Arial" panose="020B0604020202020204" pitchFamily="34" charset="0"/>
              <a:buChar char="•"/>
            </a:pPr>
            <a:r>
              <a:rPr lang="en-US" noProof="1"/>
              <a:t>The activation function ignores the y parameter (in this case).</a:t>
            </a:r>
          </a:p>
        </p:txBody>
      </p:sp>
      <p:sp>
        <p:nvSpPr>
          <p:cNvPr id="3" name="Titel 2">
            <a:extLst>
              <a:ext uri="{FF2B5EF4-FFF2-40B4-BE49-F238E27FC236}">
                <a16:creationId xmlns:a16="http://schemas.microsoft.com/office/drawing/2014/main" id="{14A2305C-BA1B-0E4D-A0D9-CCAE0706FF32}"/>
              </a:ext>
            </a:extLst>
          </p:cNvPr>
          <p:cNvSpPr>
            <a:spLocks noGrp="1"/>
          </p:cNvSpPr>
          <p:nvPr>
            <p:ph type="title"/>
          </p:nvPr>
        </p:nvSpPr>
        <p:spPr/>
        <p:txBody>
          <a:bodyPr/>
          <a:lstStyle/>
          <a:p>
            <a:r>
              <a:rPr lang="en-US" noProof="1"/>
              <a:t>The network inc. activation function</a:t>
            </a:r>
          </a:p>
        </p:txBody>
      </p:sp>
      <p:sp>
        <p:nvSpPr>
          <p:cNvPr id="4" name="Rechthoek 3">
            <a:extLst>
              <a:ext uri="{FF2B5EF4-FFF2-40B4-BE49-F238E27FC236}">
                <a16:creationId xmlns:a16="http://schemas.microsoft.com/office/drawing/2014/main" id="{35CF9949-AEB5-20E5-B0EE-0B03BE4C6146}"/>
              </a:ext>
            </a:extLst>
          </p:cNvPr>
          <p:cNvSpPr/>
          <p:nvPr/>
        </p:nvSpPr>
        <p:spPr>
          <a:xfrm>
            <a:off x="2385848" y="3429001"/>
            <a:ext cx="5896304" cy="2755900"/>
          </a:xfrm>
          <a:prstGeom prst="rect">
            <a:avLst/>
          </a:prstGeom>
          <a:solidFill>
            <a:schemeClr val="accent1">
              <a:alpha val="2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5" name="Rechthoek 4">
            <a:extLst>
              <a:ext uri="{FF2B5EF4-FFF2-40B4-BE49-F238E27FC236}">
                <a16:creationId xmlns:a16="http://schemas.microsoft.com/office/drawing/2014/main" id="{EE20F18A-9F56-9284-AF94-C7E33A4A75E2}"/>
              </a:ext>
            </a:extLst>
          </p:cNvPr>
          <p:cNvSpPr/>
          <p:nvPr/>
        </p:nvSpPr>
        <p:spPr>
          <a:xfrm>
            <a:off x="2952760" y="3677341"/>
            <a:ext cx="1065481" cy="5820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F(x) = ax</a:t>
            </a:r>
          </a:p>
        </p:txBody>
      </p:sp>
      <p:sp>
        <p:nvSpPr>
          <p:cNvPr id="6" name="Ovaal 5">
            <a:extLst>
              <a:ext uri="{FF2B5EF4-FFF2-40B4-BE49-F238E27FC236}">
                <a16:creationId xmlns:a16="http://schemas.microsoft.com/office/drawing/2014/main" id="{E14F6339-CEFB-9605-B69A-D980F3258652}"/>
              </a:ext>
            </a:extLst>
          </p:cNvPr>
          <p:cNvSpPr/>
          <p:nvPr/>
        </p:nvSpPr>
        <p:spPr>
          <a:xfrm>
            <a:off x="6808240" y="4318345"/>
            <a:ext cx="1049065" cy="9144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Score</a:t>
            </a:r>
          </a:p>
        </p:txBody>
      </p:sp>
      <p:sp>
        <p:nvSpPr>
          <p:cNvPr id="7" name="Blik 6">
            <a:extLst>
              <a:ext uri="{FF2B5EF4-FFF2-40B4-BE49-F238E27FC236}">
                <a16:creationId xmlns:a16="http://schemas.microsoft.com/office/drawing/2014/main" id="{998269A2-2CC0-980E-06D2-71C755FBD00A}"/>
              </a:ext>
            </a:extLst>
          </p:cNvPr>
          <p:cNvSpPr/>
          <p:nvPr/>
        </p:nvSpPr>
        <p:spPr>
          <a:xfrm>
            <a:off x="967445" y="4205694"/>
            <a:ext cx="1049064" cy="1240221"/>
          </a:xfrm>
          <a:prstGeom prst="can">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solidFill>
                  <a:schemeClr val="tx1"/>
                </a:solidFill>
              </a:rPr>
              <a:t>Training data</a:t>
            </a:r>
          </a:p>
        </p:txBody>
      </p:sp>
      <p:cxnSp>
        <p:nvCxnSpPr>
          <p:cNvPr id="8" name="Rechte verbindingslijn met pijl 7">
            <a:extLst>
              <a:ext uri="{FF2B5EF4-FFF2-40B4-BE49-F238E27FC236}">
                <a16:creationId xmlns:a16="http://schemas.microsoft.com/office/drawing/2014/main" id="{6791C179-0055-017D-E60C-59922A5D08AC}"/>
              </a:ext>
            </a:extLst>
          </p:cNvPr>
          <p:cNvCxnSpPr>
            <a:cxnSpLocks/>
            <a:stCxn id="7" idx="4"/>
            <a:endCxn id="5" idx="1"/>
          </p:cNvCxnSpPr>
          <p:nvPr/>
        </p:nvCxnSpPr>
        <p:spPr>
          <a:xfrm flipV="1">
            <a:off x="2016509" y="3968359"/>
            <a:ext cx="936251" cy="857446"/>
          </a:xfrm>
          <a:prstGeom prst="straightConnector1">
            <a:avLst/>
          </a:prstGeom>
          <a:ln w="539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Kromme verbindingslijn 8">
            <a:extLst>
              <a:ext uri="{FF2B5EF4-FFF2-40B4-BE49-F238E27FC236}">
                <a16:creationId xmlns:a16="http://schemas.microsoft.com/office/drawing/2014/main" id="{8B331345-9CE3-91C5-8825-660BD548DD61}"/>
              </a:ext>
            </a:extLst>
          </p:cNvPr>
          <p:cNvCxnSpPr>
            <a:cxnSpLocks/>
            <a:stCxn id="6" idx="0"/>
            <a:endCxn id="5" idx="0"/>
          </p:cNvCxnSpPr>
          <p:nvPr/>
        </p:nvCxnSpPr>
        <p:spPr>
          <a:xfrm rot="16200000" flipV="1">
            <a:off x="5088635" y="2074207"/>
            <a:ext cx="641004" cy="3847272"/>
          </a:xfrm>
          <a:prstGeom prst="curvedConnector3">
            <a:avLst>
              <a:gd name="adj1" fmla="val 170096"/>
            </a:avLst>
          </a:prstGeom>
          <a:ln w="476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Kromme verbindingslijn 9">
            <a:extLst>
              <a:ext uri="{FF2B5EF4-FFF2-40B4-BE49-F238E27FC236}">
                <a16:creationId xmlns:a16="http://schemas.microsoft.com/office/drawing/2014/main" id="{9BC6A69E-D024-E5FC-F9E5-4C4DF0036143}"/>
              </a:ext>
            </a:extLst>
          </p:cNvPr>
          <p:cNvCxnSpPr>
            <a:cxnSpLocks/>
            <a:stCxn id="7" idx="3"/>
            <a:endCxn id="6" idx="6"/>
          </p:cNvCxnSpPr>
          <p:nvPr/>
        </p:nvCxnSpPr>
        <p:spPr>
          <a:xfrm rot="5400000" flipH="1" flipV="1">
            <a:off x="4339456" y="1928066"/>
            <a:ext cx="670370" cy="6365328"/>
          </a:xfrm>
          <a:prstGeom prst="curvedConnector4">
            <a:avLst>
              <a:gd name="adj1" fmla="val -103086"/>
              <a:gd name="adj2" fmla="val 10359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echthoek 10">
            <a:extLst>
              <a:ext uri="{FF2B5EF4-FFF2-40B4-BE49-F238E27FC236}">
                <a16:creationId xmlns:a16="http://schemas.microsoft.com/office/drawing/2014/main" id="{F9A16ACE-A242-534F-C0E1-A933437ACD64}"/>
              </a:ext>
            </a:extLst>
          </p:cNvPr>
          <p:cNvSpPr/>
          <p:nvPr/>
        </p:nvSpPr>
        <p:spPr>
          <a:xfrm>
            <a:off x="2963763" y="5205158"/>
            <a:ext cx="1065481" cy="5820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F(y) = by</a:t>
            </a:r>
          </a:p>
        </p:txBody>
      </p:sp>
      <p:sp>
        <p:nvSpPr>
          <p:cNvPr id="12" name="Rechthoek 11">
            <a:extLst>
              <a:ext uri="{FF2B5EF4-FFF2-40B4-BE49-F238E27FC236}">
                <a16:creationId xmlns:a16="http://schemas.microsoft.com/office/drawing/2014/main" id="{2A0AA512-CCCD-5885-A6C1-575F07B1CC0B}"/>
              </a:ext>
            </a:extLst>
          </p:cNvPr>
          <p:cNvSpPr/>
          <p:nvPr/>
        </p:nvSpPr>
        <p:spPr>
          <a:xfrm>
            <a:off x="4606164" y="4353819"/>
            <a:ext cx="1717453" cy="9613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F(x, y, d, e) = </a:t>
            </a:r>
          </a:p>
          <a:p>
            <a:pPr marL="285750" indent="-285750">
              <a:buFont typeface="Arial" panose="020B0604020202020204" pitchFamily="34" charset="0"/>
              <a:buChar char="•"/>
            </a:pPr>
            <a:r>
              <a:rPr lang="en-US" noProof="1"/>
              <a:t>d + e (if x &gt; c)</a:t>
            </a:r>
          </a:p>
          <a:p>
            <a:pPr marL="285750" indent="-285750">
              <a:buFont typeface="Arial" panose="020B0604020202020204" pitchFamily="34" charset="0"/>
              <a:buChar char="•"/>
            </a:pPr>
            <a:r>
              <a:rPr lang="en-US" noProof="1"/>
              <a:t>0 (if x &lt;= c)</a:t>
            </a:r>
          </a:p>
        </p:txBody>
      </p:sp>
      <p:cxnSp>
        <p:nvCxnSpPr>
          <p:cNvPr id="13" name="Kromme verbindingslijn 12">
            <a:extLst>
              <a:ext uri="{FF2B5EF4-FFF2-40B4-BE49-F238E27FC236}">
                <a16:creationId xmlns:a16="http://schemas.microsoft.com/office/drawing/2014/main" id="{D69E3489-B20F-9B49-F73F-8F6D9D3342C3}"/>
              </a:ext>
            </a:extLst>
          </p:cNvPr>
          <p:cNvCxnSpPr>
            <a:cxnSpLocks/>
            <a:stCxn id="6" idx="3"/>
            <a:endCxn id="11" idx="2"/>
          </p:cNvCxnSpPr>
          <p:nvPr/>
        </p:nvCxnSpPr>
        <p:spPr>
          <a:xfrm rot="5400000">
            <a:off x="4885008" y="3710330"/>
            <a:ext cx="688360" cy="3465368"/>
          </a:xfrm>
          <a:prstGeom prst="curvedConnector3">
            <a:avLst>
              <a:gd name="adj1" fmla="val 133209"/>
            </a:avLst>
          </a:prstGeom>
          <a:ln w="476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Rechte verbindingslijn met pijl 13">
            <a:extLst>
              <a:ext uri="{FF2B5EF4-FFF2-40B4-BE49-F238E27FC236}">
                <a16:creationId xmlns:a16="http://schemas.microsoft.com/office/drawing/2014/main" id="{2F430F6C-87E7-B700-04B7-9C45D534C68F}"/>
              </a:ext>
            </a:extLst>
          </p:cNvPr>
          <p:cNvCxnSpPr>
            <a:cxnSpLocks/>
            <a:stCxn id="7" idx="4"/>
            <a:endCxn id="11" idx="1"/>
          </p:cNvCxnSpPr>
          <p:nvPr/>
        </p:nvCxnSpPr>
        <p:spPr>
          <a:xfrm>
            <a:off x="2016509" y="4825805"/>
            <a:ext cx="947254" cy="670371"/>
          </a:xfrm>
          <a:prstGeom prst="straightConnector1">
            <a:avLst/>
          </a:prstGeom>
          <a:ln w="539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Rechte verbindingslijn met pijl 16">
            <a:extLst>
              <a:ext uri="{FF2B5EF4-FFF2-40B4-BE49-F238E27FC236}">
                <a16:creationId xmlns:a16="http://schemas.microsoft.com/office/drawing/2014/main" id="{AC0F51B5-A2C4-FD9E-8A47-8EF102A89713}"/>
              </a:ext>
            </a:extLst>
          </p:cNvPr>
          <p:cNvCxnSpPr>
            <a:cxnSpLocks/>
            <a:endCxn id="6" idx="2"/>
          </p:cNvCxnSpPr>
          <p:nvPr/>
        </p:nvCxnSpPr>
        <p:spPr>
          <a:xfrm flipV="1">
            <a:off x="6474372" y="4775545"/>
            <a:ext cx="333868" cy="189676"/>
          </a:xfrm>
          <a:prstGeom prst="straightConnector1">
            <a:avLst/>
          </a:prstGeom>
          <a:ln w="539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Rechte verbindingslijn met pijl 17">
            <a:extLst>
              <a:ext uri="{FF2B5EF4-FFF2-40B4-BE49-F238E27FC236}">
                <a16:creationId xmlns:a16="http://schemas.microsoft.com/office/drawing/2014/main" id="{C35A8780-D6D1-DA8F-A37D-CD03649BEC23}"/>
              </a:ext>
            </a:extLst>
          </p:cNvPr>
          <p:cNvCxnSpPr>
            <a:cxnSpLocks/>
            <a:stCxn id="7" idx="4"/>
            <a:endCxn id="12" idx="1"/>
          </p:cNvCxnSpPr>
          <p:nvPr/>
        </p:nvCxnSpPr>
        <p:spPr>
          <a:xfrm>
            <a:off x="2016509" y="4825805"/>
            <a:ext cx="2589655" cy="8708"/>
          </a:xfrm>
          <a:prstGeom prst="straightConnector1">
            <a:avLst/>
          </a:prstGeom>
          <a:ln w="539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Gebogen verbindingslijn 56">
            <a:extLst>
              <a:ext uri="{FF2B5EF4-FFF2-40B4-BE49-F238E27FC236}">
                <a16:creationId xmlns:a16="http://schemas.microsoft.com/office/drawing/2014/main" id="{6ED7D3EC-8EE2-01D9-60DB-9D8DF398D564}"/>
              </a:ext>
            </a:extLst>
          </p:cNvPr>
          <p:cNvCxnSpPr>
            <a:cxnSpLocks/>
            <a:stCxn id="5" idx="3"/>
            <a:endCxn id="12" idx="0"/>
          </p:cNvCxnSpPr>
          <p:nvPr/>
        </p:nvCxnSpPr>
        <p:spPr>
          <a:xfrm>
            <a:off x="4018241" y="3968359"/>
            <a:ext cx="1446650" cy="385460"/>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Gebogen verbindingslijn 57">
            <a:extLst>
              <a:ext uri="{FF2B5EF4-FFF2-40B4-BE49-F238E27FC236}">
                <a16:creationId xmlns:a16="http://schemas.microsoft.com/office/drawing/2014/main" id="{E917C8EC-8E97-A733-61D5-628216CB8AA9}"/>
              </a:ext>
            </a:extLst>
          </p:cNvPr>
          <p:cNvCxnSpPr>
            <a:cxnSpLocks/>
            <a:stCxn id="11" idx="3"/>
            <a:endCxn id="12" idx="2"/>
          </p:cNvCxnSpPr>
          <p:nvPr/>
        </p:nvCxnSpPr>
        <p:spPr>
          <a:xfrm flipV="1">
            <a:off x="4029244" y="5315207"/>
            <a:ext cx="1435647" cy="180969"/>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9149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E16D60CB-3899-A096-41CD-536DC36F5C02}"/>
              </a:ext>
            </a:extLst>
          </p:cNvPr>
          <p:cNvSpPr>
            <a:spLocks noGrp="1"/>
          </p:cNvSpPr>
          <p:nvPr>
            <p:ph type="body" sz="quarter" idx="10"/>
          </p:nvPr>
        </p:nvSpPr>
        <p:spPr/>
        <p:txBody>
          <a:bodyPr/>
          <a:lstStyle/>
          <a:p>
            <a:pPr marL="342900" indent="-342900">
              <a:buFont typeface="Arial" panose="020B0604020202020204" pitchFamily="34" charset="0"/>
              <a:buChar char="•"/>
            </a:pPr>
            <a:r>
              <a:rPr lang="en-US" noProof="1"/>
              <a:t>Training the neural network with the activation function works the same as without. There’s just more numbers to crunch.</a:t>
            </a:r>
          </a:p>
          <a:p>
            <a:pPr marL="342900" indent="-342900">
              <a:buFont typeface="Arial" panose="020B0604020202020204" pitchFamily="34" charset="0"/>
              <a:buChar char="•"/>
            </a:pPr>
            <a:r>
              <a:rPr lang="en-US" noProof="1"/>
              <a:t>Spreading out calculations among multiple “neurons” allows performing them in parallel on specialized hardware (GPUs or TPUs)</a:t>
            </a:r>
          </a:p>
          <a:p>
            <a:pPr marL="728653" lvl="1" indent="-342900"/>
            <a:r>
              <a:rPr lang="en-US" noProof="1"/>
              <a:t>GPU: Graphics Processing Unit</a:t>
            </a:r>
          </a:p>
          <a:p>
            <a:pPr marL="728653" lvl="1" indent="-342900"/>
            <a:r>
              <a:rPr lang="en-US" noProof="1"/>
              <a:t>TPU: Tensor Processing Unit: device optimized for large collections of numbers (“Tensors”).</a:t>
            </a:r>
          </a:p>
          <a:p>
            <a:pPr marL="342900" indent="-342900">
              <a:buFont typeface="Arial" panose="020B0604020202020204" pitchFamily="34" charset="0"/>
              <a:buChar char="•"/>
            </a:pPr>
            <a:r>
              <a:rPr lang="en-US" noProof="1"/>
              <a:t>Designing a good neural network is as much of an art as it is a science.</a:t>
            </a:r>
          </a:p>
          <a:p>
            <a:pPr marL="342900" indent="-342900">
              <a:buFont typeface="Arial" panose="020B0604020202020204" pitchFamily="34" charset="0"/>
              <a:buChar char="•"/>
            </a:pPr>
            <a:r>
              <a:rPr lang="en-US" noProof="1"/>
              <a:t>What makes a neural network is different for each application.</a:t>
            </a:r>
          </a:p>
        </p:txBody>
      </p:sp>
      <p:sp>
        <p:nvSpPr>
          <p:cNvPr id="3" name="Titel 2">
            <a:extLst>
              <a:ext uri="{FF2B5EF4-FFF2-40B4-BE49-F238E27FC236}">
                <a16:creationId xmlns:a16="http://schemas.microsoft.com/office/drawing/2014/main" id="{ED27B6F8-E72D-B907-95C7-11CC342CDF11}"/>
              </a:ext>
            </a:extLst>
          </p:cNvPr>
          <p:cNvSpPr>
            <a:spLocks noGrp="1"/>
          </p:cNvSpPr>
          <p:nvPr>
            <p:ph type="title"/>
          </p:nvPr>
        </p:nvSpPr>
        <p:spPr/>
        <p:txBody>
          <a:bodyPr/>
          <a:lstStyle/>
          <a:p>
            <a:r>
              <a:rPr lang="en-US" noProof="1"/>
              <a:t>Training the neural network inc. activation function</a:t>
            </a:r>
          </a:p>
        </p:txBody>
      </p:sp>
    </p:spTree>
    <p:extLst>
      <p:ext uri="{BB962C8B-B14F-4D97-AF65-F5344CB8AC3E}">
        <p14:creationId xmlns:p14="http://schemas.microsoft.com/office/powerpoint/2010/main" val="1267064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ED4A3CB2-B4E5-E676-6E9D-9EA0808F5D29}"/>
              </a:ext>
            </a:extLst>
          </p:cNvPr>
          <p:cNvSpPr>
            <a:spLocks noGrp="1"/>
          </p:cNvSpPr>
          <p:nvPr>
            <p:ph type="body" sz="quarter" idx="10"/>
          </p:nvPr>
        </p:nvSpPr>
        <p:spPr>
          <a:xfrm>
            <a:off x="628650" y="1925638"/>
            <a:ext cx="4138303" cy="4259262"/>
          </a:xfrm>
        </p:spPr>
        <p:txBody>
          <a:bodyPr/>
          <a:lstStyle/>
          <a:p>
            <a:pPr marL="342900" indent="-342900">
              <a:buFont typeface="Arial" panose="020B0604020202020204" pitchFamily="34" charset="0"/>
              <a:buChar char="•"/>
            </a:pPr>
            <a:r>
              <a:rPr lang="en-US" noProof="1"/>
              <a:t>”Mostly complete” in 2016, so now no longer complete.</a:t>
            </a:r>
          </a:p>
          <a:p>
            <a:pPr marL="342900" indent="-342900">
              <a:buFont typeface="Arial" panose="020B0604020202020204" pitchFamily="34" charset="0"/>
              <a:buChar char="•"/>
            </a:pPr>
            <a:r>
              <a:rPr lang="en-US" noProof="1"/>
              <a:t>Connections between neurons can go both ways.</a:t>
            </a:r>
          </a:p>
          <a:p>
            <a:pPr marL="342900" indent="-342900">
              <a:buFont typeface="Arial" panose="020B0604020202020204" pitchFamily="34" charset="0"/>
              <a:buChar char="•"/>
            </a:pPr>
            <a:r>
              <a:rPr lang="en-US" noProof="1"/>
              <a:t>Neur</a:t>
            </a:r>
          </a:p>
          <a:p>
            <a:pPr marL="342900" indent="-342900">
              <a:buFont typeface="Arial" panose="020B0604020202020204" pitchFamily="34" charset="0"/>
              <a:buChar char="•"/>
            </a:pPr>
            <a:endParaRPr lang="en-US" noProof="1"/>
          </a:p>
        </p:txBody>
      </p:sp>
      <p:sp>
        <p:nvSpPr>
          <p:cNvPr id="3" name="Titel 2">
            <a:extLst>
              <a:ext uri="{FF2B5EF4-FFF2-40B4-BE49-F238E27FC236}">
                <a16:creationId xmlns:a16="http://schemas.microsoft.com/office/drawing/2014/main" id="{7DBCAD2A-F2C6-1505-85C2-2EAF340E1A33}"/>
              </a:ext>
            </a:extLst>
          </p:cNvPr>
          <p:cNvSpPr>
            <a:spLocks noGrp="1"/>
          </p:cNvSpPr>
          <p:nvPr>
            <p:ph type="title"/>
          </p:nvPr>
        </p:nvSpPr>
        <p:spPr/>
        <p:txBody>
          <a:bodyPr/>
          <a:lstStyle/>
          <a:p>
            <a:r>
              <a:rPr lang="en-US" noProof="1"/>
              <a:t>Some neural network types</a:t>
            </a:r>
          </a:p>
        </p:txBody>
      </p:sp>
      <p:pic>
        <p:nvPicPr>
          <p:cNvPr id="5" name="Afbeelding 4" descr="Afbeelding met tekst, schermopname, Kleurrijkheid, ontwerp&#10;&#10;Door AI gegenereerde inhoud is mogelijk onjuist.">
            <a:extLst>
              <a:ext uri="{FF2B5EF4-FFF2-40B4-BE49-F238E27FC236}">
                <a16:creationId xmlns:a16="http://schemas.microsoft.com/office/drawing/2014/main" id="{50B9E591-536E-9CEB-A9C0-E23F19E610A3}"/>
              </a:ext>
            </a:extLst>
          </p:cNvPr>
          <p:cNvPicPr>
            <a:picLocks noChangeAspect="1"/>
          </p:cNvPicPr>
          <p:nvPr/>
        </p:nvPicPr>
        <p:blipFill>
          <a:blip r:embed="rId2"/>
          <a:stretch>
            <a:fillRect/>
          </a:stretch>
        </p:blipFill>
        <p:spPr>
          <a:xfrm>
            <a:off x="4766953" y="673100"/>
            <a:ext cx="3748397" cy="5622596"/>
          </a:xfrm>
          <a:prstGeom prst="rect">
            <a:avLst/>
          </a:prstGeom>
        </p:spPr>
      </p:pic>
    </p:spTree>
    <p:extLst>
      <p:ext uri="{BB962C8B-B14F-4D97-AF65-F5344CB8AC3E}">
        <p14:creationId xmlns:p14="http://schemas.microsoft.com/office/powerpoint/2010/main" val="914060259"/>
      </p:ext>
    </p:extLst>
  </p:cSld>
  <p:clrMapOvr>
    <a:masterClrMapping/>
  </p:clrMapOvr>
</p:sld>
</file>

<file path=ppt/theme/theme1.xml><?xml version="1.0" encoding="utf-8"?>
<a:theme xmlns:a="http://schemas.openxmlformats.org/drawingml/2006/main" name="Presentatie_Smal">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e2" id="{671DDF35-ECA7-4E3D-A33C-C8E03735DADE}" vid="{F5E29221-10C5-49DB-87C4-0557C1D5A8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2C6846675690041B0AEF76721A33550" ma:contentTypeVersion="12" ma:contentTypeDescription="Een nieuw document maken." ma:contentTypeScope="" ma:versionID="7d80b5b27cb88b7e670b1fbb7cd7de23">
  <xsd:schema xmlns:xsd="http://www.w3.org/2001/XMLSchema" xmlns:xs="http://www.w3.org/2001/XMLSchema" xmlns:p="http://schemas.microsoft.com/office/2006/metadata/properties" xmlns:ns2="6b01692f-8f45-4310-abfd-accd438f234f" xmlns:ns3="41d33a03-4c74-4b4d-8466-39dbc86d9cdb" targetNamespace="http://schemas.microsoft.com/office/2006/metadata/properties" ma:root="true" ma:fieldsID="2679454ac823c4dc22358f51a5683c7b" ns2:_="" ns3:_="">
    <xsd:import namespace="6b01692f-8f45-4310-abfd-accd438f234f"/>
    <xsd:import namespace="41d33a03-4c74-4b4d-8466-39dbc86d9cdb"/>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3:SharedWithUsers" minOccurs="0"/>
                <xsd:element ref="ns3:SharedWithDetails" minOccurs="0"/>
                <xsd:element ref="ns2:MediaServiceAutoKeyPoints" minOccurs="0"/>
                <xsd:element ref="ns2:MediaServiceKeyPoints"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01692f-8f45-4310-abfd-accd438f23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1d33a03-4c74-4b4d-8466-39dbc86d9cdb" elementFormDefault="qualified">
    <xsd:import namespace="http://schemas.microsoft.com/office/2006/documentManagement/types"/>
    <xsd:import namespace="http://schemas.microsoft.com/office/infopath/2007/PartnerControls"/>
    <xsd:element name="SharedWithUsers" ma:index="12"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Gedeeld met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65827D5-5A12-48FB-BA20-1E7CB9BA5BA1}">
  <ds:schemaRefs>
    <ds:schemaRef ds:uri="http://www.w3.org/XML/1998/namespace"/>
    <ds:schemaRef ds:uri="http://schemas.microsoft.com/office/infopath/2007/PartnerControls"/>
    <ds:schemaRef ds:uri="http://purl.org/dc/elements/1.1/"/>
    <ds:schemaRef ds:uri="http://purl.org/dc/dcmitype/"/>
    <ds:schemaRef ds:uri="6b01692f-8f45-4310-abfd-accd438f234f"/>
    <ds:schemaRef ds:uri="http://schemas.microsoft.com/office/2006/metadata/properties"/>
    <ds:schemaRef ds:uri="http://schemas.microsoft.com/office/2006/documentManagement/types"/>
    <ds:schemaRef ds:uri="http://schemas.openxmlformats.org/package/2006/metadata/core-properties"/>
    <ds:schemaRef ds:uri="41d33a03-4c74-4b4d-8466-39dbc86d9cdb"/>
    <ds:schemaRef ds:uri="http://purl.org/dc/terms/"/>
  </ds:schemaRefs>
</ds:datastoreItem>
</file>

<file path=customXml/itemProps2.xml><?xml version="1.0" encoding="utf-8"?>
<ds:datastoreItem xmlns:ds="http://schemas.openxmlformats.org/officeDocument/2006/customXml" ds:itemID="{EE540D17-DFE7-4DA1-AB7C-9204237EF006}">
  <ds:schemaRefs>
    <ds:schemaRef ds:uri="http://schemas.microsoft.com/sharepoint/v3/contenttype/forms"/>
  </ds:schemaRefs>
</ds:datastoreItem>
</file>

<file path=customXml/itemProps3.xml><?xml version="1.0" encoding="utf-8"?>
<ds:datastoreItem xmlns:ds="http://schemas.openxmlformats.org/officeDocument/2006/customXml" ds:itemID="{E5A48691-3E40-4B9C-9CEF-B13064CE8A2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b01692f-8f45-4310-abfd-accd438f234f"/>
    <ds:schemaRef ds:uri="41d33a03-4c74-4b4d-8466-39dbc86d9cd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4801</TotalTime>
  <Words>824</Words>
  <Application>Microsoft Macintosh PowerPoint</Application>
  <PresentationFormat>Diavoorstelling (4:3)</PresentationFormat>
  <Paragraphs>240</Paragraphs>
  <Slides>15</Slides>
  <Notes>0</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15</vt:i4>
      </vt:variant>
    </vt:vector>
  </HeadingPairs>
  <TitlesOfParts>
    <vt:vector size="20" baseType="lpstr">
      <vt:lpstr>Arial</vt:lpstr>
      <vt:lpstr>Avenir Next Condensed</vt:lpstr>
      <vt:lpstr>Calibri</vt:lpstr>
      <vt:lpstr>Cambria Math</vt:lpstr>
      <vt:lpstr>Presentatie_Smal</vt:lpstr>
      <vt:lpstr>PowerPoint-presentatie</vt:lpstr>
      <vt:lpstr>In this presentation</vt:lpstr>
      <vt:lpstr>Situation</vt:lpstr>
      <vt:lpstr>Training data</vt:lpstr>
      <vt:lpstr>The network</vt:lpstr>
      <vt:lpstr>Let’s train</vt:lpstr>
      <vt:lpstr>How well did our training session go?</vt:lpstr>
      <vt:lpstr>The network: let’s spread things out</vt:lpstr>
      <vt:lpstr>Training the spread-out network</vt:lpstr>
      <vt:lpstr>Graph the training session again</vt:lpstr>
      <vt:lpstr>Moving towards a curve: adding an activation function</vt:lpstr>
      <vt:lpstr>Training data for the neural network</vt:lpstr>
      <vt:lpstr>The network inc. activation function</vt:lpstr>
      <vt:lpstr>Training the neural network inc. activation function</vt:lpstr>
      <vt:lpstr>Some neural network types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c:creator>
  <cp:lastModifiedBy>Matthijs de Jonge</cp:lastModifiedBy>
  <cp:revision>161</cp:revision>
  <dcterms:created xsi:type="dcterms:W3CDTF">2015-07-08T04:47:01Z</dcterms:created>
  <dcterms:modified xsi:type="dcterms:W3CDTF">2025-09-30T12:01:54Z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0x010100B2C6846675690041B0AEF76721A33550</vt:lpwstr>
  </property>
</Properties>
</file>